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388" r:id="rId5"/>
    <p:sldId id="395" r:id="rId6"/>
    <p:sldId id="396" r:id="rId7"/>
    <p:sldId id="390" r:id="rId8"/>
    <p:sldId id="397" r:id="rId9"/>
    <p:sldId id="423" r:id="rId10"/>
    <p:sldId id="424" r:id="rId11"/>
    <p:sldId id="414" r:id="rId12"/>
    <p:sldId id="415" r:id="rId13"/>
    <p:sldId id="421" r:id="rId14"/>
    <p:sldId id="417" r:id="rId15"/>
    <p:sldId id="418" r:id="rId16"/>
    <p:sldId id="416" r:id="rId17"/>
    <p:sldId id="419" r:id="rId18"/>
    <p:sldId id="420" r:id="rId19"/>
    <p:sldId id="422" r:id="rId20"/>
    <p:sldId id="39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387FCB9-1774-FC1F-991D-10C6FB41376A}" name="Sylvia Kudaverdian" initials="SK" userId="S::sylvia@chameleonconsulting.ca::b2b27030-8bb7-4c2f-ae3e-60e8f9a2445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B25861-ABED-468F-9067-BCAC66C4591D}" v="67" dt="2026-04-09T01:21:31.2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50"/>
    <p:restoredTop sz="94754"/>
  </p:normalViewPr>
  <p:slideViewPr>
    <p:cSldViewPr snapToGrid="0">
      <p:cViewPr varScale="1">
        <p:scale>
          <a:sx n="97" d="100"/>
          <a:sy n="97" d="100"/>
        </p:scale>
        <p:origin x="117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id Hasan" userId="3d593e6f-e4d0-4ccd-9740-0ea5712d8988" providerId="ADAL" clId="{4A05A52A-5196-4904-B2BE-A25F047ABC0E}"/>
    <pc:docChg chg="undo custSel addSld delSld modSld">
      <pc:chgData name="Mohid Hasan" userId="3d593e6f-e4d0-4ccd-9740-0ea5712d8988" providerId="ADAL" clId="{4A05A52A-5196-4904-B2BE-A25F047ABC0E}" dt="2026-04-09T01:21:33.532" v="531" actId="20577"/>
      <pc:docMkLst>
        <pc:docMk/>
      </pc:docMkLst>
      <pc:sldChg chg="modSp mod">
        <pc:chgData name="Mohid Hasan" userId="3d593e6f-e4d0-4ccd-9740-0ea5712d8988" providerId="ADAL" clId="{4A05A52A-5196-4904-B2BE-A25F047ABC0E}" dt="2026-04-09T00:50:37.753" v="326" actId="20577"/>
        <pc:sldMkLst>
          <pc:docMk/>
          <pc:sldMk cId="583675684" sldId="388"/>
        </pc:sldMkLst>
        <pc:spChg chg="mod">
          <ac:chgData name="Mohid Hasan" userId="3d593e6f-e4d0-4ccd-9740-0ea5712d8988" providerId="ADAL" clId="{4A05A52A-5196-4904-B2BE-A25F047ABC0E}" dt="2026-04-09T00:50:37.753" v="326" actId="20577"/>
          <ac:spMkLst>
            <pc:docMk/>
            <pc:sldMk cId="583675684" sldId="388"/>
            <ac:spMk id="3" creationId="{3DE2C690-C427-A82C-1278-93102FDF439E}"/>
          </ac:spMkLst>
        </pc:spChg>
        <pc:spChg chg="mod">
          <ac:chgData name="Mohid Hasan" userId="3d593e6f-e4d0-4ccd-9740-0ea5712d8988" providerId="ADAL" clId="{4A05A52A-5196-4904-B2BE-A25F047ABC0E}" dt="2026-04-08T08:58:29.429" v="23" actId="255"/>
          <ac:spMkLst>
            <pc:docMk/>
            <pc:sldMk cId="583675684" sldId="388"/>
            <ac:spMk id="4" creationId="{5AD2EAFD-D606-7A8D-0573-F909093EDEBD}"/>
          </ac:spMkLst>
        </pc:spChg>
      </pc:sldChg>
      <pc:sldChg chg="modSp mod">
        <pc:chgData name="Mohid Hasan" userId="3d593e6f-e4d0-4ccd-9740-0ea5712d8988" providerId="ADAL" clId="{4A05A52A-5196-4904-B2BE-A25F047ABC0E}" dt="2026-04-09T01:16:29.958" v="489" actId="6549"/>
        <pc:sldMkLst>
          <pc:docMk/>
          <pc:sldMk cId="2682513595" sldId="390"/>
        </pc:sldMkLst>
        <pc:spChg chg="mod">
          <ac:chgData name="Mohid Hasan" userId="3d593e6f-e4d0-4ccd-9740-0ea5712d8988" providerId="ADAL" clId="{4A05A52A-5196-4904-B2BE-A25F047ABC0E}" dt="2026-04-09T01:16:29.958" v="489" actId="6549"/>
          <ac:spMkLst>
            <pc:docMk/>
            <pc:sldMk cId="2682513595" sldId="390"/>
            <ac:spMk id="6" creationId="{6B6D3865-6063-60D7-56EC-886D4F19F385}"/>
          </ac:spMkLst>
        </pc:spChg>
      </pc:sldChg>
      <pc:sldChg chg="modSp mod">
        <pc:chgData name="Mohid Hasan" userId="3d593e6f-e4d0-4ccd-9740-0ea5712d8988" providerId="ADAL" clId="{4A05A52A-5196-4904-B2BE-A25F047ABC0E}" dt="2026-04-09T01:00:38.830" v="387" actId="20577"/>
        <pc:sldMkLst>
          <pc:docMk/>
          <pc:sldMk cId="1867913525" sldId="395"/>
        </pc:sldMkLst>
        <pc:spChg chg="mod">
          <ac:chgData name="Mohid Hasan" userId="3d593e6f-e4d0-4ccd-9740-0ea5712d8988" providerId="ADAL" clId="{4A05A52A-5196-4904-B2BE-A25F047ABC0E}" dt="2026-04-09T01:00:38.830" v="387" actId="20577"/>
          <ac:spMkLst>
            <pc:docMk/>
            <pc:sldMk cId="1867913525" sldId="395"/>
            <ac:spMk id="6" creationId="{6B6D3865-6063-60D7-56EC-886D4F19F385}"/>
          </ac:spMkLst>
        </pc:spChg>
      </pc:sldChg>
      <pc:sldChg chg="modSp mod">
        <pc:chgData name="Mohid Hasan" userId="3d593e6f-e4d0-4ccd-9740-0ea5712d8988" providerId="ADAL" clId="{4A05A52A-5196-4904-B2BE-A25F047ABC0E}" dt="2026-04-09T01:05:34.692" v="388" actId="6549"/>
        <pc:sldMkLst>
          <pc:docMk/>
          <pc:sldMk cId="2066927133" sldId="396"/>
        </pc:sldMkLst>
        <pc:spChg chg="mod">
          <ac:chgData name="Mohid Hasan" userId="3d593e6f-e4d0-4ccd-9740-0ea5712d8988" providerId="ADAL" clId="{4A05A52A-5196-4904-B2BE-A25F047ABC0E}" dt="2026-04-09T01:05:34.692" v="388" actId="6549"/>
          <ac:spMkLst>
            <pc:docMk/>
            <pc:sldMk cId="2066927133" sldId="396"/>
            <ac:spMk id="6" creationId="{E28BE1DF-1994-DD81-ED8B-E1C1DBAD817E}"/>
          </ac:spMkLst>
        </pc:spChg>
      </pc:sldChg>
      <pc:sldChg chg="addSp delSp modSp mod">
        <pc:chgData name="Mohid Hasan" userId="3d593e6f-e4d0-4ccd-9740-0ea5712d8988" providerId="ADAL" clId="{4A05A52A-5196-4904-B2BE-A25F047ABC0E}" dt="2026-04-09T01:16:55.071" v="495" actId="27636"/>
        <pc:sldMkLst>
          <pc:docMk/>
          <pc:sldMk cId="770753461" sldId="397"/>
        </pc:sldMkLst>
        <pc:spChg chg="add">
          <ac:chgData name="Mohid Hasan" userId="3d593e6f-e4d0-4ccd-9740-0ea5712d8988" providerId="ADAL" clId="{4A05A52A-5196-4904-B2BE-A25F047ABC0E}" dt="2026-04-09T01:13:29.177" v="455"/>
          <ac:spMkLst>
            <pc:docMk/>
            <pc:sldMk cId="770753461" sldId="397"/>
            <ac:spMk id="3" creationId="{ADBD394F-2E83-E4C8-AF82-AB5569D9D92A}"/>
          </ac:spMkLst>
        </pc:spChg>
        <pc:spChg chg="add mod">
          <ac:chgData name="Mohid Hasan" userId="3d593e6f-e4d0-4ccd-9740-0ea5712d8988" providerId="ADAL" clId="{4A05A52A-5196-4904-B2BE-A25F047ABC0E}" dt="2026-04-09T01:13:43.525" v="463"/>
          <ac:spMkLst>
            <pc:docMk/>
            <pc:sldMk cId="770753461" sldId="397"/>
            <ac:spMk id="4" creationId="{26EBC0F3-DE78-E4C8-67B0-9CFAD6BBCC24}"/>
          </ac:spMkLst>
        </pc:spChg>
        <pc:spChg chg="add del mod">
          <ac:chgData name="Mohid Hasan" userId="3d593e6f-e4d0-4ccd-9740-0ea5712d8988" providerId="ADAL" clId="{4A05A52A-5196-4904-B2BE-A25F047ABC0E}" dt="2026-04-09T01:16:55.071" v="495" actId="27636"/>
          <ac:spMkLst>
            <pc:docMk/>
            <pc:sldMk cId="770753461" sldId="397"/>
            <ac:spMk id="6" creationId="{6B6D3865-6063-60D7-56EC-886D4F19F385}"/>
          </ac:spMkLst>
        </pc:spChg>
      </pc:sldChg>
      <pc:sldChg chg="del">
        <pc:chgData name="Mohid Hasan" userId="3d593e6f-e4d0-4ccd-9740-0ea5712d8988" providerId="ADAL" clId="{4A05A52A-5196-4904-B2BE-A25F047ABC0E}" dt="2026-04-09T00:54:32.597" v="328" actId="47"/>
        <pc:sldMkLst>
          <pc:docMk/>
          <pc:sldMk cId="4090688477" sldId="401"/>
        </pc:sldMkLst>
      </pc:sldChg>
      <pc:sldChg chg="del">
        <pc:chgData name="Mohid Hasan" userId="3d593e6f-e4d0-4ccd-9740-0ea5712d8988" providerId="ADAL" clId="{4A05A52A-5196-4904-B2BE-A25F047ABC0E}" dt="2026-04-09T00:54:32.597" v="328" actId="47"/>
        <pc:sldMkLst>
          <pc:docMk/>
          <pc:sldMk cId="2721057566" sldId="403"/>
        </pc:sldMkLst>
      </pc:sldChg>
      <pc:sldChg chg="del">
        <pc:chgData name="Mohid Hasan" userId="3d593e6f-e4d0-4ccd-9740-0ea5712d8988" providerId="ADAL" clId="{4A05A52A-5196-4904-B2BE-A25F047ABC0E}" dt="2026-04-09T00:54:32.597" v="328" actId="47"/>
        <pc:sldMkLst>
          <pc:docMk/>
          <pc:sldMk cId="3823824918" sldId="404"/>
        </pc:sldMkLst>
      </pc:sldChg>
      <pc:sldChg chg="del">
        <pc:chgData name="Mohid Hasan" userId="3d593e6f-e4d0-4ccd-9740-0ea5712d8988" providerId="ADAL" clId="{4A05A52A-5196-4904-B2BE-A25F047ABC0E}" dt="2026-04-09T00:54:32.597" v="328" actId="47"/>
        <pc:sldMkLst>
          <pc:docMk/>
          <pc:sldMk cId="526497590" sldId="405"/>
        </pc:sldMkLst>
      </pc:sldChg>
      <pc:sldChg chg="del">
        <pc:chgData name="Mohid Hasan" userId="3d593e6f-e4d0-4ccd-9740-0ea5712d8988" providerId="ADAL" clId="{4A05A52A-5196-4904-B2BE-A25F047ABC0E}" dt="2026-04-09T00:54:32.597" v="328" actId="47"/>
        <pc:sldMkLst>
          <pc:docMk/>
          <pc:sldMk cId="545083577" sldId="406"/>
        </pc:sldMkLst>
      </pc:sldChg>
      <pc:sldChg chg="del">
        <pc:chgData name="Mohid Hasan" userId="3d593e6f-e4d0-4ccd-9740-0ea5712d8988" providerId="ADAL" clId="{4A05A52A-5196-4904-B2BE-A25F047ABC0E}" dt="2026-04-09T00:54:32.597" v="328" actId="47"/>
        <pc:sldMkLst>
          <pc:docMk/>
          <pc:sldMk cId="2151918883" sldId="407"/>
        </pc:sldMkLst>
      </pc:sldChg>
      <pc:sldChg chg="del">
        <pc:chgData name="Mohid Hasan" userId="3d593e6f-e4d0-4ccd-9740-0ea5712d8988" providerId="ADAL" clId="{4A05A52A-5196-4904-B2BE-A25F047ABC0E}" dt="2026-04-09T00:54:32.597" v="328" actId="47"/>
        <pc:sldMkLst>
          <pc:docMk/>
          <pc:sldMk cId="1506489084" sldId="408"/>
        </pc:sldMkLst>
      </pc:sldChg>
      <pc:sldChg chg="del">
        <pc:chgData name="Mohid Hasan" userId="3d593e6f-e4d0-4ccd-9740-0ea5712d8988" providerId="ADAL" clId="{4A05A52A-5196-4904-B2BE-A25F047ABC0E}" dt="2026-04-09T00:54:32.597" v="328" actId="47"/>
        <pc:sldMkLst>
          <pc:docMk/>
          <pc:sldMk cId="3165672887" sldId="409"/>
        </pc:sldMkLst>
      </pc:sldChg>
      <pc:sldChg chg="del">
        <pc:chgData name="Mohid Hasan" userId="3d593e6f-e4d0-4ccd-9740-0ea5712d8988" providerId="ADAL" clId="{4A05A52A-5196-4904-B2BE-A25F047ABC0E}" dt="2026-04-09T00:54:32.597" v="328" actId="47"/>
        <pc:sldMkLst>
          <pc:docMk/>
          <pc:sldMk cId="3954989537" sldId="410"/>
        </pc:sldMkLst>
      </pc:sldChg>
      <pc:sldChg chg="del">
        <pc:chgData name="Mohid Hasan" userId="3d593e6f-e4d0-4ccd-9740-0ea5712d8988" providerId="ADAL" clId="{4A05A52A-5196-4904-B2BE-A25F047ABC0E}" dt="2026-04-09T00:54:32.597" v="328" actId="47"/>
        <pc:sldMkLst>
          <pc:docMk/>
          <pc:sldMk cId="412601586" sldId="411"/>
        </pc:sldMkLst>
      </pc:sldChg>
      <pc:sldChg chg="del">
        <pc:chgData name="Mohid Hasan" userId="3d593e6f-e4d0-4ccd-9740-0ea5712d8988" providerId="ADAL" clId="{4A05A52A-5196-4904-B2BE-A25F047ABC0E}" dt="2026-04-09T00:54:32.597" v="328" actId="47"/>
        <pc:sldMkLst>
          <pc:docMk/>
          <pc:sldMk cId="370760973" sldId="412"/>
        </pc:sldMkLst>
      </pc:sldChg>
      <pc:sldChg chg="del">
        <pc:chgData name="Mohid Hasan" userId="3d593e6f-e4d0-4ccd-9740-0ea5712d8988" providerId="ADAL" clId="{4A05A52A-5196-4904-B2BE-A25F047ABC0E}" dt="2026-04-09T00:54:32.597" v="328" actId="47"/>
        <pc:sldMkLst>
          <pc:docMk/>
          <pc:sldMk cId="1176059906" sldId="413"/>
        </pc:sldMkLst>
      </pc:sldChg>
      <pc:sldChg chg="addSp delSp modSp mod">
        <pc:chgData name="Mohid Hasan" userId="3d593e6f-e4d0-4ccd-9740-0ea5712d8988" providerId="ADAL" clId="{4A05A52A-5196-4904-B2BE-A25F047ABC0E}" dt="2026-04-09T01:11:22.689" v="454" actId="255"/>
        <pc:sldMkLst>
          <pc:docMk/>
          <pc:sldMk cId="2758903730" sldId="414"/>
        </pc:sldMkLst>
        <pc:spChg chg="add">
          <ac:chgData name="Mohid Hasan" userId="3d593e6f-e4d0-4ccd-9740-0ea5712d8988" providerId="ADAL" clId="{4A05A52A-5196-4904-B2BE-A25F047ABC0E}" dt="2026-04-09T01:09:40.474" v="422"/>
          <ac:spMkLst>
            <pc:docMk/>
            <pc:sldMk cId="2758903730" sldId="414"/>
            <ac:spMk id="3" creationId="{3AC0BF6E-1F31-F640-90DF-F09D747BC927}"/>
          </ac:spMkLst>
        </pc:spChg>
        <pc:spChg chg="add mod">
          <ac:chgData name="Mohid Hasan" userId="3d593e6f-e4d0-4ccd-9740-0ea5712d8988" providerId="ADAL" clId="{4A05A52A-5196-4904-B2BE-A25F047ABC0E}" dt="2026-04-09T01:10:01.032" v="428"/>
          <ac:spMkLst>
            <pc:docMk/>
            <pc:sldMk cId="2758903730" sldId="414"/>
            <ac:spMk id="4" creationId="{C44424B4-54E5-72A5-805E-162AB371AFAE}"/>
          </ac:spMkLst>
        </pc:spChg>
        <pc:spChg chg="mod">
          <ac:chgData name="Mohid Hasan" userId="3d593e6f-e4d0-4ccd-9740-0ea5712d8988" providerId="ADAL" clId="{4A05A52A-5196-4904-B2BE-A25F047ABC0E}" dt="2026-04-09T01:09:33.964" v="421" actId="20577"/>
          <ac:spMkLst>
            <pc:docMk/>
            <pc:sldMk cId="2758903730" sldId="414"/>
            <ac:spMk id="5" creationId="{9CF7BF16-FF7E-A017-69C8-3A25F71CD799}"/>
          </ac:spMkLst>
        </pc:spChg>
        <pc:spChg chg="add del mod">
          <ac:chgData name="Mohid Hasan" userId="3d593e6f-e4d0-4ccd-9740-0ea5712d8988" providerId="ADAL" clId="{4A05A52A-5196-4904-B2BE-A25F047ABC0E}" dt="2026-04-09T01:10:27.158" v="443"/>
          <ac:spMkLst>
            <pc:docMk/>
            <pc:sldMk cId="2758903730" sldId="414"/>
            <ac:spMk id="6" creationId="{6B6D3865-6063-60D7-56EC-886D4F19F385}"/>
          </ac:spMkLst>
        </pc:spChg>
        <pc:spChg chg="add">
          <ac:chgData name="Mohid Hasan" userId="3d593e6f-e4d0-4ccd-9740-0ea5712d8988" providerId="ADAL" clId="{4A05A52A-5196-4904-B2BE-A25F047ABC0E}" dt="2026-04-09T01:10:07.412" v="431"/>
          <ac:spMkLst>
            <pc:docMk/>
            <pc:sldMk cId="2758903730" sldId="414"/>
            <ac:spMk id="7" creationId="{FFEE5F67-FB9F-35FA-92ED-B71E4C10A3F1}"/>
          </ac:spMkLst>
        </pc:spChg>
        <pc:spChg chg="add mod">
          <ac:chgData name="Mohid Hasan" userId="3d593e6f-e4d0-4ccd-9740-0ea5712d8988" providerId="ADAL" clId="{4A05A52A-5196-4904-B2BE-A25F047ABC0E}" dt="2026-04-09T01:10:19.676" v="436"/>
          <ac:spMkLst>
            <pc:docMk/>
            <pc:sldMk cId="2758903730" sldId="414"/>
            <ac:spMk id="8" creationId="{F1F47374-DD03-F1E1-CD5D-0E2FDFDE1226}"/>
          </ac:spMkLst>
        </pc:spChg>
        <pc:spChg chg="add mod">
          <ac:chgData name="Mohid Hasan" userId="3d593e6f-e4d0-4ccd-9740-0ea5712d8988" providerId="ADAL" clId="{4A05A52A-5196-4904-B2BE-A25F047ABC0E}" dt="2026-04-09T01:10:27.147" v="442"/>
          <ac:spMkLst>
            <pc:docMk/>
            <pc:sldMk cId="2758903730" sldId="414"/>
            <ac:spMk id="9" creationId="{F9D5FA04-9A96-C79B-8550-5F452BD6D78A}"/>
          </ac:spMkLst>
        </pc:spChg>
        <pc:spChg chg="add mod">
          <ac:chgData name="Mohid Hasan" userId="3d593e6f-e4d0-4ccd-9740-0ea5712d8988" providerId="ADAL" clId="{4A05A52A-5196-4904-B2BE-A25F047ABC0E}" dt="2026-04-09T01:11:22.689" v="454" actId="255"/>
          <ac:spMkLst>
            <pc:docMk/>
            <pc:sldMk cId="2758903730" sldId="414"/>
            <ac:spMk id="10" creationId="{34C33F2A-AFD6-A4FD-C2F4-0C0C2FC6591A}"/>
          </ac:spMkLst>
        </pc:spChg>
      </pc:sldChg>
      <pc:sldChg chg="addSp delSp modSp add mod">
        <pc:chgData name="Mohid Hasan" userId="3d593e6f-e4d0-4ccd-9740-0ea5712d8988" providerId="ADAL" clId="{4A05A52A-5196-4904-B2BE-A25F047ABC0E}" dt="2026-04-08T09:09:46.736" v="74"/>
        <pc:sldMkLst>
          <pc:docMk/>
          <pc:sldMk cId="1150669183" sldId="415"/>
        </pc:sldMkLst>
        <pc:spChg chg="mod">
          <ac:chgData name="Mohid Hasan" userId="3d593e6f-e4d0-4ccd-9740-0ea5712d8988" providerId="ADAL" clId="{4A05A52A-5196-4904-B2BE-A25F047ABC0E}" dt="2026-04-08T09:06:09.850" v="64" actId="255"/>
          <ac:spMkLst>
            <pc:docMk/>
            <pc:sldMk cId="1150669183" sldId="415"/>
            <ac:spMk id="5" creationId="{35E57AC6-E517-FE6A-DDFB-01535FC7EDEC}"/>
          </ac:spMkLst>
        </pc:spChg>
        <pc:spChg chg="del mod">
          <ac:chgData name="Mohid Hasan" userId="3d593e6f-e4d0-4ccd-9740-0ea5712d8988" providerId="ADAL" clId="{4A05A52A-5196-4904-B2BE-A25F047ABC0E}" dt="2026-04-08T09:00:01.339" v="43"/>
          <ac:spMkLst>
            <pc:docMk/>
            <pc:sldMk cId="1150669183" sldId="415"/>
            <ac:spMk id="6" creationId="{47D8801C-7B53-86A3-EF60-4A33EF96FAC6}"/>
          </ac:spMkLst>
        </pc:spChg>
        <pc:spChg chg="add del mod">
          <ac:chgData name="Mohid Hasan" userId="3d593e6f-e4d0-4ccd-9740-0ea5712d8988" providerId="ADAL" clId="{4A05A52A-5196-4904-B2BE-A25F047ABC0E}" dt="2026-04-08T09:09:46.736" v="74"/>
          <ac:spMkLst>
            <pc:docMk/>
            <pc:sldMk cId="1150669183" sldId="415"/>
            <ac:spMk id="8" creationId="{810F24C9-7210-77AB-FE4F-7894A7D87A3C}"/>
          </ac:spMkLst>
        </pc:spChg>
        <pc:picChg chg="add del mod ord">
          <ac:chgData name="Mohid Hasan" userId="3d593e6f-e4d0-4ccd-9740-0ea5712d8988" providerId="ADAL" clId="{4A05A52A-5196-4904-B2BE-A25F047ABC0E}" dt="2026-04-08T09:09:41.556" v="72" actId="478"/>
          <ac:picMkLst>
            <pc:docMk/>
            <pc:sldMk cId="1150669183" sldId="415"/>
            <ac:picMk id="4" creationId="{8752735C-4694-BE70-4E69-35CBEE2A7FD6}"/>
          </ac:picMkLst>
        </pc:picChg>
        <pc:picChg chg="add mod ord">
          <ac:chgData name="Mohid Hasan" userId="3d593e6f-e4d0-4ccd-9740-0ea5712d8988" providerId="ADAL" clId="{4A05A52A-5196-4904-B2BE-A25F047ABC0E}" dt="2026-04-08T09:09:46.736" v="74"/>
          <ac:picMkLst>
            <pc:docMk/>
            <pc:sldMk cId="1150669183" sldId="415"/>
            <ac:picMk id="10" creationId="{8816BEBB-0C60-139D-C58F-D5CDD991FBE2}"/>
          </ac:picMkLst>
        </pc:picChg>
      </pc:sldChg>
      <pc:sldChg chg="addSp delSp modSp add mod">
        <pc:chgData name="Mohid Hasan" userId="3d593e6f-e4d0-4ccd-9740-0ea5712d8988" providerId="ADAL" clId="{4A05A52A-5196-4904-B2BE-A25F047ABC0E}" dt="2026-04-08T09:08:30.958" v="71"/>
        <pc:sldMkLst>
          <pc:docMk/>
          <pc:sldMk cId="3187289504" sldId="416"/>
        </pc:sldMkLst>
        <pc:spChg chg="add del mod">
          <ac:chgData name="Mohid Hasan" userId="3d593e6f-e4d0-4ccd-9740-0ea5712d8988" providerId="ADAL" clId="{4A05A52A-5196-4904-B2BE-A25F047ABC0E}" dt="2026-04-08T09:08:00.645" v="67"/>
          <ac:spMkLst>
            <pc:docMk/>
            <pc:sldMk cId="3187289504" sldId="416"/>
            <ac:spMk id="6" creationId="{C10553B1-40F9-797E-D7E7-17E67053E976}"/>
          </ac:spMkLst>
        </pc:spChg>
        <pc:spChg chg="add del mod">
          <ac:chgData name="Mohid Hasan" userId="3d593e6f-e4d0-4ccd-9740-0ea5712d8988" providerId="ADAL" clId="{4A05A52A-5196-4904-B2BE-A25F047ABC0E}" dt="2026-04-08T09:08:03.269" v="68" actId="478"/>
          <ac:spMkLst>
            <pc:docMk/>
            <pc:sldMk cId="3187289504" sldId="416"/>
            <ac:spMk id="7" creationId="{60E57E1B-2900-D749-8847-F394F85AFE79}"/>
          </ac:spMkLst>
        </pc:spChg>
        <pc:spChg chg="add mod">
          <ac:chgData name="Mohid Hasan" userId="3d593e6f-e4d0-4ccd-9740-0ea5712d8988" providerId="ADAL" clId="{4A05A52A-5196-4904-B2BE-A25F047ABC0E}" dt="2026-04-08T09:08:15.948" v="70"/>
          <ac:spMkLst>
            <pc:docMk/>
            <pc:sldMk cId="3187289504" sldId="416"/>
            <ac:spMk id="8" creationId="{2358DDDF-95F6-DE0E-812C-94765AA6FEAA}"/>
          </ac:spMkLst>
        </pc:spChg>
        <pc:spChg chg="add mod">
          <ac:chgData name="Mohid Hasan" userId="3d593e6f-e4d0-4ccd-9740-0ea5712d8988" providerId="ADAL" clId="{4A05A52A-5196-4904-B2BE-A25F047ABC0E}" dt="2026-04-08T09:08:15.948" v="70"/>
          <ac:spMkLst>
            <pc:docMk/>
            <pc:sldMk cId="3187289504" sldId="416"/>
            <ac:spMk id="9" creationId="{6AF13DEF-DB8B-757E-0547-4BD02936BEDF}"/>
          </ac:spMkLst>
        </pc:spChg>
        <pc:picChg chg="del">
          <ac:chgData name="Mohid Hasan" userId="3d593e6f-e4d0-4ccd-9740-0ea5712d8988" providerId="ADAL" clId="{4A05A52A-5196-4904-B2BE-A25F047ABC0E}" dt="2026-04-08T09:07:58.481" v="66" actId="478"/>
          <ac:picMkLst>
            <pc:docMk/>
            <pc:sldMk cId="3187289504" sldId="416"/>
            <ac:picMk id="4" creationId="{93831328-5843-2CD0-4185-C398A5BF88DA}"/>
          </ac:picMkLst>
        </pc:picChg>
        <pc:picChg chg="add mod">
          <ac:chgData name="Mohid Hasan" userId="3d593e6f-e4d0-4ccd-9740-0ea5712d8988" providerId="ADAL" clId="{4A05A52A-5196-4904-B2BE-A25F047ABC0E}" dt="2026-04-08T09:08:30.958" v="71"/>
          <ac:picMkLst>
            <pc:docMk/>
            <pc:sldMk cId="3187289504" sldId="416"/>
            <ac:picMk id="11" creationId="{E3B96369-82CB-BB14-449D-F9C6907EA04F}"/>
          </ac:picMkLst>
        </pc:picChg>
      </pc:sldChg>
      <pc:sldChg chg="addSp delSp modSp new mod">
        <pc:chgData name="Mohid Hasan" userId="3d593e6f-e4d0-4ccd-9740-0ea5712d8988" providerId="ADAL" clId="{4A05A52A-5196-4904-B2BE-A25F047ABC0E}" dt="2026-04-09T00:52:51.339" v="327" actId="1076"/>
        <pc:sldMkLst>
          <pc:docMk/>
          <pc:sldMk cId="1772587089" sldId="417"/>
        </pc:sldMkLst>
        <pc:spChg chg="del">
          <ac:chgData name="Mohid Hasan" userId="3d593e6f-e4d0-4ccd-9740-0ea5712d8988" providerId="ADAL" clId="{4A05A52A-5196-4904-B2BE-A25F047ABC0E}" dt="2026-04-08T09:28:18.431" v="76" actId="22"/>
          <ac:spMkLst>
            <pc:docMk/>
            <pc:sldMk cId="1772587089" sldId="417"/>
            <ac:spMk id="2" creationId="{DF22BBA1-0AB1-21D5-0E35-AF108C36261C}"/>
          </ac:spMkLst>
        </pc:spChg>
        <pc:spChg chg="mod">
          <ac:chgData name="Mohid Hasan" userId="3d593e6f-e4d0-4ccd-9740-0ea5712d8988" providerId="ADAL" clId="{4A05A52A-5196-4904-B2BE-A25F047ABC0E}" dt="2026-04-08T16:27:56.469" v="107" actId="20577"/>
          <ac:spMkLst>
            <pc:docMk/>
            <pc:sldMk cId="1772587089" sldId="417"/>
            <ac:spMk id="4" creationId="{DACD3A42-4C5C-664E-C339-57679E7B4FFE}"/>
          </ac:spMkLst>
        </pc:spChg>
        <pc:spChg chg="add del mod">
          <ac:chgData name="Mohid Hasan" userId="3d593e6f-e4d0-4ccd-9740-0ea5712d8988" providerId="ADAL" clId="{4A05A52A-5196-4904-B2BE-A25F047ABC0E}" dt="2026-04-08T19:02:22.592" v="222" actId="478"/>
          <ac:spMkLst>
            <pc:docMk/>
            <pc:sldMk cId="1772587089" sldId="417"/>
            <ac:spMk id="8" creationId="{C1FA7B88-53D7-D42E-A16F-605CD7955602}"/>
          </ac:spMkLst>
        </pc:spChg>
        <pc:picChg chg="add del mod ord">
          <ac:chgData name="Mohid Hasan" userId="3d593e6f-e4d0-4ccd-9740-0ea5712d8988" providerId="ADAL" clId="{4A05A52A-5196-4904-B2BE-A25F047ABC0E}" dt="2026-04-08T19:01:17.582" v="204" actId="478"/>
          <ac:picMkLst>
            <pc:docMk/>
            <pc:sldMk cId="1772587089" sldId="417"/>
            <ac:picMk id="6" creationId="{C05C952B-B719-4B31-BF87-A56A3F011824}"/>
          </ac:picMkLst>
        </pc:picChg>
        <pc:picChg chg="add mod">
          <ac:chgData name="Mohid Hasan" userId="3d593e6f-e4d0-4ccd-9740-0ea5712d8988" providerId="ADAL" clId="{4A05A52A-5196-4904-B2BE-A25F047ABC0E}" dt="2026-04-09T00:52:51.339" v="327" actId="1076"/>
          <ac:picMkLst>
            <pc:docMk/>
            <pc:sldMk cId="1772587089" sldId="417"/>
            <ac:picMk id="10" creationId="{BF28FAA9-B692-0711-015E-31A482158145}"/>
          </ac:picMkLst>
        </pc:picChg>
      </pc:sldChg>
      <pc:sldChg chg="addSp delSp modSp new mod">
        <pc:chgData name="Mohid Hasan" userId="3d593e6f-e4d0-4ccd-9740-0ea5712d8988" providerId="ADAL" clId="{4A05A52A-5196-4904-B2BE-A25F047ABC0E}" dt="2026-04-08T19:02:14.190" v="220" actId="1076"/>
        <pc:sldMkLst>
          <pc:docMk/>
          <pc:sldMk cId="2848671190" sldId="418"/>
        </pc:sldMkLst>
        <pc:spChg chg="del">
          <ac:chgData name="Mohid Hasan" userId="3d593e6f-e4d0-4ccd-9740-0ea5712d8988" providerId="ADAL" clId="{4A05A52A-5196-4904-B2BE-A25F047ABC0E}" dt="2026-04-08T09:29:40.212" v="78" actId="22"/>
          <ac:spMkLst>
            <pc:docMk/>
            <pc:sldMk cId="2848671190" sldId="418"/>
            <ac:spMk id="2" creationId="{2E14BF58-AB47-1DA1-084E-14A6871ACD54}"/>
          </ac:spMkLst>
        </pc:spChg>
        <pc:spChg chg="mod">
          <ac:chgData name="Mohid Hasan" userId="3d593e6f-e4d0-4ccd-9740-0ea5712d8988" providerId="ADAL" clId="{4A05A52A-5196-4904-B2BE-A25F047ABC0E}" dt="2026-04-08T16:28:03.407" v="125" actId="20577"/>
          <ac:spMkLst>
            <pc:docMk/>
            <pc:sldMk cId="2848671190" sldId="418"/>
            <ac:spMk id="4" creationId="{285265F8-F7AA-AFB5-8415-49183D956A54}"/>
          </ac:spMkLst>
        </pc:spChg>
        <pc:spChg chg="add del mod">
          <ac:chgData name="Mohid Hasan" userId="3d593e6f-e4d0-4ccd-9740-0ea5712d8988" providerId="ADAL" clId="{4A05A52A-5196-4904-B2BE-A25F047ABC0E}" dt="2026-04-08T19:02:08.059" v="216" actId="478"/>
          <ac:spMkLst>
            <pc:docMk/>
            <pc:sldMk cId="2848671190" sldId="418"/>
            <ac:spMk id="8" creationId="{BA9C276E-736F-891D-CABF-88DD85470E7F}"/>
          </ac:spMkLst>
        </pc:spChg>
        <pc:picChg chg="add del mod ord">
          <ac:chgData name="Mohid Hasan" userId="3d593e6f-e4d0-4ccd-9740-0ea5712d8988" providerId="ADAL" clId="{4A05A52A-5196-4904-B2BE-A25F047ABC0E}" dt="2026-04-08T19:01:39.311" v="208" actId="478"/>
          <ac:picMkLst>
            <pc:docMk/>
            <pc:sldMk cId="2848671190" sldId="418"/>
            <ac:picMk id="6" creationId="{9D0A2625-229B-45A2-914C-2AE33A61509D}"/>
          </ac:picMkLst>
        </pc:picChg>
        <pc:picChg chg="add del mod">
          <ac:chgData name="Mohid Hasan" userId="3d593e6f-e4d0-4ccd-9740-0ea5712d8988" providerId="ADAL" clId="{4A05A52A-5196-4904-B2BE-A25F047ABC0E}" dt="2026-04-08T19:02:06.502" v="215" actId="478"/>
          <ac:picMkLst>
            <pc:docMk/>
            <pc:sldMk cId="2848671190" sldId="418"/>
            <ac:picMk id="10" creationId="{CA0F049B-0080-DB8A-B39C-EC4A09B88BBD}"/>
          </ac:picMkLst>
        </pc:picChg>
        <pc:picChg chg="add mod">
          <ac:chgData name="Mohid Hasan" userId="3d593e6f-e4d0-4ccd-9740-0ea5712d8988" providerId="ADAL" clId="{4A05A52A-5196-4904-B2BE-A25F047ABC0E}" dt="2026-04-08T19:02:14.190" v="220" actId="1076"/>
          <ac:picMkLst>
            <pc:docMk/>
            <pc:sldMk cId="2848671190" sldId="418"/>
            <ac:picMk id="12" creationId="{627F532D-DCC9-6A7A-6358-02BA0A77BB06}"/>
          </ac:picMkLst>
        </pc:picChg>
      </pc:sldChg>
      <pc:sldChg chg="addSp delSp modSp new mod">
        <pc:chgData name="Mohid Hasan" userId="3d593e6f-e4d0-4ccd-9740-0ea5712d8988" providerId="ADAL" clId="{4A05A52A-5196-4904-B2BE-A25F047ABC0E}" dt="2026-04-08T20:28:43.640" v="226" actId="22"/>
        <pc:sldMkLst>
          <pc:docMk/>
          <pc:sldMk cId="595833646" sldId="419"/>
        </pc:sldMkLst>
        <pc:spChg chg="add del">
          <ac:chgData name="Mohid Hasan" userId="3d593e6f-e4d0-4ccd-9740-0ea5712d8988" providerId="ADAL" clId="{4A05A52A-5196-4904-B2BE-A25F047ABC0E}" dt="2026-04-08T09:36:30.520" v="84" actId="22"/>
          <ac:spMkLst>
            <pc:docMk/>
            <pc:sldMk cId="595833646" sldId="419"/>
            <ac:spMk id="2" creationId="{8AE68136-2B84-ECF3-FCC6-557FE64AD0C6}"/>
          </ac:spMkLst>
        </pc:spChg>
        <pc:spChg chg="mod">
          <ac:chgData name="Mohid Hasan" userId="3d593e6f-e4d0-4ccd-9740-0ea5712d8988" providerId="ADAL" clId="{4A05A52A-5196-4904-B2BE-A25F047ABC0E}" dt="2026-04-08T16:28:15.716" v="142" actId="20577"/>
          <ac:spMkLst>
            <pc:docMk/>
            <pc:sldMk cId="595833646" sldId="419"/>
            <ac:spMk id="4" creationId="{1E2A95E7-DA55-2FA2-5757-B917F6780CD6}"/>
          </ac:spMkLst>
        </pc:spChg>
        <pc:spChg chg="add del mod">
          <ac:chgData name="Mohid Hasan" userId="3d593e6f-e4d0-4ccd-9740-0ea5712d8988" providerId="ADAL" clId="{4A05A52A-5196-4904-B2BE-A25F047ABC0E}" dt="2026-04-08T20:05:41.229" v="224" actId="22"/>
          <ac:spMkLst>
            <pc:docMk/>
            <pc:sldMk cId="595833646" sldId="419"/>
            <ac:spMk id="12" creationId="{CA0E5F05-C2AF-93F4-DB09-9D4D5ECDBA4F}"/>
          </ac:spMkLst>
        </pc:spChg>
        <pc:spChg chg="add del mod">
          <ac:chgData name="Mohid Hasan" userId="3d593e6f-e4d0-4ccd-9740-0ea5712d8988" providerId="ADAL" clId="{4A05A52A-5196-4904-B2BE-A25F047ABC0E}" dt="2026-04-08T20:28:43.640" v="226" actId="22"/>
          <ac:spMkLst>
            <pc:docMk/>
            <pc:sldMk cId="595833646" sldId="419"/>
            <ac:spMk id="16" creationId="{E0CF4F5E-C6C9-078B-6DE0-E906EF113F74}"/>
          </ac:spMkLst>
        </pc:spChg>
        <pc:picChg chg="add del">
          <ac:chgData name="Mohid Hasan" userId="3d593e6f-e4d0-4ccd-9740-0ea5712d8988" providerId="ADAL" clId="{4A05A52A-5196-4904-B2BE-A25F047ABC0E}" dt="2026-04-08T09:35:49.645" v="81" actId="478"/>
          <ac:picMkLst>
            <pc:docMk/>
            <pc:sldMk cId="595833646" sldId="419"/>
            <ac:picMk id="6" creationId="{5E22FD41-3350-429F-55D7-6B3D2159347F}"/>
          </ac:picMkLst>
        </pc:picChg>
        <pc:picChg chg="add del mod ord">
          <ac:chgData name="Mohid Hasan" userId="3d593e6f-e4d0-4ccd-9740-0ea5712d8988" providerId="ADAL" clId="{4A05A52A-5196-4904-B2BE-A25F047ABC0E}" dt="2026-04-08T09:35:52.787" v="83" actId="22"/>
          <ac:picMkLst>
            <pc:docMk/>
            <pc:sldMk cId="595833646" sldId="419"/>
            <ac:picMk id="8" creationId="{34654B28-BA35-7212-5121-7E4F08A33D1B}"/>
          </ac:picMkLst>
        </pc:picChg>
        <pc:picChg chg="add del mod ord">
          <ac:chgData name="Mohid Hasan" userId="3d593e6f-e4d0-4ccd-9740-0ea5712d8988" providerId="ADAL" clId="{4A05A52A-5196-4904-B2BE-A25F047ABC0E}" dt="2026-04-08T20:05:39.428" v="223" actId="478"/>
          <ac:picMkLst>
            <pc:docMk/>
            <pc:sldMk cId="595833646" sldId="419"/>
            <ac:picMk id="10" creationId="{A6FA2B85-77A6-60C1-7274-422FEF7AC99B}"/>
          </ac:picMkLst>
        </pc:picChg>
        <pc:picChg chg="add del mod ord">
          <ac:chgData name="Mohid Hasan" userId="3d593e6f-e4d0-4ccd-9740-0ea5712d8988" providerId="ADAL" clId="{4A05A52A-5196-4904-B2BE-A25F047ABC0E}" dt="2026-04-08T20:28:41.098" v="225" actId="478"/>
          <ac:picMkLst>
            <pc:docMk/>
            <pc:sldMk cId="595833646" sldId="419"/>
            <ac:picMk id="14" creationId="{D49F0F2F-DECC-7389-0382-C138F28F9C07}"/>
          </ac:picMkLst>
        </pc:picChg>
        <pc:picChg chg="add mod ord">
          <ac:chgData name="Mohid Hasan" userId="3d593e6f-e4d0-4ccd-9740-0ea5712d8988" providerId="ADAL" clId="{4A05A52A-5196-4904-B2BE-A25F047ABC0E}" dt="2026-04-08T20:28:43.640" v="226" actId="22"/>
          <ac:picMkLst>
            <pc:docMk/>
            <pc:sldMk cId="595833646" sldId="419"/>
            <ac:picMk id="18" creationId="{B9E0FFA7-7518-7011-F562-DA0136A5AB09}"/>
          </ac:picMkLst>
        </pc:picChg>
      </pc:sldChg>
      <pc:sldChg chg="addSp delSp modSp new mod">
        <pc:chgData name="Mohid Hasan" userId="3d593e6f-e4d0-4ccd-9740-0ea5712d8988" providerId="ADAL" clId="{4A05A52A-5196-4904-B2BE-A25F047ABC0E}" dt="2026-04-08T20:30:01.844" v="235" actId="14100"/>
        <pc:sldMkLst>
          <pc:docMk/>
          <pc:sldMk cId="1971528743" sldId="420"/>
        </pc:sldMkLst>
        <pc:spChg chg="del">
          <ac:chgData name="Mohid Hasan" userId="3d593e6f-e4d0-4ccd-9740-0ea5712d8988" providerId="ADAL" clId="{4A05A52A-5196-4904-B2BE-A25F047ABC0E}" dt="2026-04-08T20:29:04.494" v="231" actId="478"/>
          <ac:spMkLst>
            <pc:docMk/>
            <pc:sldMk cId="1971528743" sldId="420"/>
            <ac:spMk id="2" creationId="{403271F1-6B85-FF2F-C62F-A662736C8A75}"/>
          </ac:spMkLst>
        </pc:spChg>
        <pc:spChg chg="mod">
          <ac:chgData name="Mohid Hasan" userId="3d593e6f-e4d0-4ccd-9740-0ea5712d8988" providerId="ADAL" clId="{4A05A52A-5196-4904-B2BE-A25F047ABC0E}" dt="2026-04-08T16:28:34.553" v="172" actId="20577"/>
          <ac:spMkLst>
            <pc:docMk/>
            <pc:sldMk cId="1971528743" sldId="420"/>
            <ac:spMk id="4" creationId="{4BBA6B3B-B54A-7992-3D2D-D0EA59A89F5F}"/>
          </ac:spMkLst>
        </pc:spChg>
        <pc:picChg chg="add del mod">
          <ac:chgData name="Mohid Hasan" userId="3d593e6f-e4d0-4ccd-9740-0ea5712d8988" providerId="ADAL" clId="{4A05A52A-5196-4904-B2BE-A25F047ABC0E}" dt="2026-04-08T20:29:00.812" v="229" actId="478"/>
          <ac:picMkLst>
            <pc:docMk/>
            <pc:sldMk cId="1971528743" sldId="420"/>
            <ac:picMk id="6" creationId="{9738977B-522F-9F02-94FD-49F7DD8C7DAA}"/>
          </ac:picMkLst>
        </pc:picChg>
        <pc:picChg chg="add del mod">
          <ac:chgData name="Mohid Hasan" userId="3d593e6f-e4d0-4ccd-9740-0ea5712d8988" providerId="ADAL" clId="{4A05A52A-5196-4904-B2BE-A25F047ABC0E}" dt="2026-04-08T20:29:01.610" v="230" actId="478"/>
          <ac:picMkLst>
            <pc:docMk/>
            <pc:sldMk cId="1971528743" sldId="420"/>
            <ac:picMk id="8" creationId="{68314AB6-C099-70E1-EAE1-27BE386699B2}"/>
          </ac:picMkLst>
        </pc:picChg>
        <pc:picChg chg="add mod">
          <ac:chgData name="Mohid Hasan" userId="3d593e6f-e4d0-4ccd-9740-0ea5712d8988" providerId="ADAL" clId="{4A05A52A-5196-4904-B2BE-A25F047ABC0E}" dt="2026-04-08T20:30:01.844" v="235" actId="14100"/>
          <ac:picMkLst>
            <pc:docMk/>
            <pc:sldMk cId="1971528743" sldId="420"/>
            <ac:picMk id="10" creationId="{8F5078E0-0351-0EEA-2923-231AE2F1CF4F}"/>
          </ac:picMkLst>
        </pc:picChg>
      </pc:sldChg>
      <pc:sldChg chg="addSp delSp modSp new mod">
        <pc:chgData name="Mohid Hasan" userId="3d593e6f-e4d0-4ccd-9740-0ea5712d8988" providerId="ADAL" clId="{4A05A52A-5196-4904-B2BE-A25F047ABC0E}" dt="2026-04-08T18:47:36.226" v="203" actId="20577"/>
        <pc:sldMkLst>
          <pc:docMk/>
          <pc:sldMk cId="3305694131" sldId="421"/>
        </pc:sldMkLst>
        <pc:spChg chg="del">
          <ac:chgData name="Mohid Hasan" userId="3d593e6f-e4d0-4ccd-9740-0ea5712d8988" providerId="ADAL" clId="{4A05A52A-5196-4904-B2BE-A25F047ABC0E}" dt="2026-04-08T18:47:25.263" v="175"/>
          <ac:spMkLst>
            <pc:docMk/>
            <pc:sldMk cId="3305694131" sldId="421"/>
            <ac:spMk id="2" creationId="{194D61A9-F87B-FBEE-78AC-925FDEBD1E29}"/>
          </ac:spMkLst>
        </pc:spChg>
        <pc:spChg chg="mod">
          <ac:chgData name="Mohid Hasan" userId="3d593e6f-e4d0-4ccd-9740-0ea5712d8988" providerId="ADAL" clId="{4A05A52A-5196-4904-B2BE-A25F047ABC0E}" dt="2026-04-08T18:47:36.226" v="203" actId="20577"/>
          <ac:spMkLst>
            <pc:docMk/>
            <pc:sldMk cId="3305694131" sldId="421"/>
            <ac:spMk id="4" creationId="{A72C6FDA-ED82-4D61-4AF4-75ADAA0ECC5F}"/>
          </ac:spMkLst>
        </pc:spChg>
        <pc:picChg chg="add mod ord">
          <ac:chgData name="Mohid Hasan" userId="3d593e6f-e4d0-4ccd-9740-0ea5712d8988" providerId="ADAL" clId="{4A05A52A-5196-4904-B2BE-A25F047ABC0E}" dt="2026-04-08T18:47:25.263" v="175"/>
          <ac:picMkLst>
            <pc:docMk/>
            <pc:sldMk cId="3305694131" sldId="421"/>
            <ac:picMk id="6" creationId="{EBFC3618-07AD-4F25-4D8F-1B6F8B369ABA}"/>
          </ac:picMkLst>
        </pc:picChg>
      </pc:sldChg>
      <pc:sldChg chg="addSp delSp modSp new mod">
        <pc:chgData name="Mohid Hasan" userId="3d593e6f-e4d0-4ccd-9740-0ea5712d8988" providerId="ADAL" clId="{4A05A52A-5196-4904-B2BE-A25F047ABC0E}" dt="2026-04-09T00:55:34.657" v="332" actId="20577"/>
        <pc:sldMkLst>
          <pc:docMk/>
          <pc:sldMk cId="3095726134" sldId="422"/>
        </pc:sldMkLst>
        <pc:spChg chg="add del mod">
          <ac:chgData name="Mohid Hasan" userId="3d593e6f-e4d0-4ccd-9740-0ea5712d8988" providerId="ADAL" clId="{4A05A52A-5196-4904-B2BE-A25F047ABC0E}" dt="2026-04-09T00:55:34.657" v="332" actId="20577"/>
          <ac:spMkLst>
            <pc:docMk/>
            <pc:sldMk cId="3095726134" sldId="422"/>
            <ac:spMk id="2" creationId="{E8D34A6F-FF86-F041-0FE6-E94E74CF23A5}"/>
          </ac:spMkLst>
        </pc:spChg>
        <pc:spChg chg="mod">
          <ac:chgData name="Mohid Hasan" userId="3d593e6f-e4d0-4ccd-9740-0ea5712d8988" providerId="ADAL" clId="{4A05A52A-5196-4904-B2BE-A25F047ABC0E}" dt="2026-04-08T22:23:13.687" v="253" actId="20577"/>
          <ac:spMkLst>
            <pc:docMk/>
            <pc:sldMk cId="3095726134" sldId="422"/>
            <ac:spMk id="4" creationId="{0B3C1774-0B85-BF73-6708-F92A6EE5AE84}"/>
          </ac:spMkLst>
        </pc:spChg>
        <pc:spChg chg="add mod">
          <ac:chgData name="Mohid Hasan" userId="3d593e6f-e4d0-4ccd-9740-0ea5712d8988" providerId="ADAL" clId="{4A05A52A-5196-4904-B2BE-A25F047ABC0E}" dt="2026-04-08T20:35:14.737" v="238"/>
          <ac:spMkLst>
            <pc:docMk/>
            <pc:sldMk cId="3095726134" sldId="422"/>
            <ac:spMk id="5" creationId="{481013F3-61DE-916E-B9C3-EB0E2E0E1207}"/>
          </ac:spMkLst>
        </pc:spChg>
      </pc:sldChg>
      <pc:sldChg chg="addSp delSp modSp add mod">
        <pc:chgData name="Mohid Hasan" userId="3d593e6f-e4d0-4ccd-9740-0ea5712d8988" providerId="ADAL" clId="{4A05A52A-5196-4904-B2BE-A25F047ABC0E}" dt="2026-04-09T01:21:33.532" v="531" actId="20577"/>
        <pc:sldMkLst>
          <pc:docMk/>
          <pc:sldMk cId="358285489" sldId="423"/>
        </pc:sldMkLst>
        <pc:spChg chg="add mod">
          <ac:chgData name="Mohid Hasan" userId="3d593e6f-e4d0-4ccd-9740-0ea5712d8988" providerId="ADAL" clId="{4A05A52A-5196-4904-B2BE-A25F047ABC0E}" dt="2026-04-09T01:15:15.257" v="481"/>
          <ac:spMkLst>
            <pc:docMk/>
            <pc:sldMk cId="358285489" sldId="423"/>
            <ac:spMk id="3" creationId="{15B76841-9BD0-4454-5CF0-3DED8F26E3D7}"/>
          </ac:spMkLst>
        </pc:spChg>
        <pc:spChg chg="add">
          <ac:chgData name="Mohid Hasan" userId="3d593e6f-e4d0-4ccd-9740-0ea5712d8988" providerId="ADAL" clId="{4A05A52A-5196-4904-B2BE-A25F047ABC0E}" dt="2026-04-09T01:20:37.793" v="518"/>
          <ac:spMkLst>
            <pc:docMk/>
            <pc:sldMk cId="358285489" sldId="423"/>
            <ac:spMk id="4" creationId="{9B880901-985A-7178-E6FD-6685C6CDB0CA}"/>
          </ac:spMkLst>
        </pc:spChg>
        <pc:spChg chg="mod">
          <ac:chgData name="Mohid Hasan" userId="3d593e6f-e4d0-4ccd-9740-0ea5712d8988" providerId="ADAL" clId="{4A05A52A-5196-4904-B2BE-A25F047ABC0E}" dt="2026-04-09T01:15:01.159" v="476" actId="20577"/>
          <ac:spMkLst>
            <pc:docMk/>
            <pc:sldMk cId="358285489" sldId="423"/>
            <ac:spMk id="5" creationId="{5F5D7D57-2D6A-8CBC-C819-5B107DE9F389}"/>
          </ac:spMkLst>
        </pc:spChg>
        <pc:spChg chg="add del mod">
          <ac:chgData name="Mohid Hasan" userId="3d593e6f-e4d0-4ccd-9740-0ea5712d8988" providerId="ADAL" clId="{4A05A52A-5196-4904-B2BE-A25F047ABC0E}" dt="2026-04-09T01:20:45.267" v="520"/>
          <ac:spMkLst>
            <pc:docMk/>
            <pc:sldMk cId="358285489" sldId="423"/>
            <ac:spMk id="6" creationId="{26261002-BBF5-5B22-BCD6-F0D158C1BE45}"/>
          </ac:spMkLst>
        </pc:spChg>
        <pc:spChg chg="add mod">
          <ac:chgData name="Mohid Hasan" userId="3d593e6f-e4d0-4ccd-9740-0ea5712d8988" providerId="ADAL" clId="{4A05A52A-5196-4904-B2BE-A25F047ABC0E}" dt="2026-04-09T01:21:33.532" v="531" actId="20577"/>
          <ac:spMkLst>
            <pc:docMk/>
            <pc:sldMk cId="358285489" sldId="423"/>
            <ac:spMk id="7" creationId="{F2E45027-CFF9-F0B8-61F0-388DC0F40238}"/>
          </ac:spMkLst>
        </pc:spChg>
      </pc:sldChg>
      <pc:sldChg chg="addSp delSp modSp add mod">
        <pc:chgData name="Mohid Hasan" userId="3d593e6f-e4d0-4ccd-9740-0ea5712d8988" providerId="ADAL" clId="{4A05A52A-5196-4904-B2BE-A25F047ABC0E}" dt="2026-04-09T01:17:41.250" v="514" actId="20577"/>
        <pc:sldMkLst>
          <pc:docMk/>
          <pc:sldMk cId="579905574" sldId="424"/>
        </pc:sldMkLst>
        <pc:spChg chg="add">
          <ac:chgData name="Mohid Hasan" userId="3d593e6f-e4d0-4ccd-9740-0ea5712d8988" providerId="ADAL" clId="{4A05A52A-5196-4904-B2BE-A25F047ABC0E}" dt="2026-04-09T01:17:20.556" v="504"/>
          <ac:spMkLst>
            <pc:docMk/>
            <pc:sldMk cId="579905574" sldId="424"/>
            <ac:spMk id="3" creationId="{00A22636-6ABE-F8D1-82DC-831E0F2947C0}"/>
          </ac:spMkLst>
        </pc:spChg>
        <pc:spChg chg="add mod">
          <ac:chgData name="Mohid Hasan" userId="3d593e6f-e4d0-4ccd-9740-0ea5712d8988" providerId="ADAL" clId="{4A05A52A-5196-4904-B2BE-A25F047ABC0E}" dt="2026-04-09T01:17:28.380" v="507"/>
          <ac:spMkLst>
            <pc:docMk/>
            <pc:sldMk cId="579905574" sldId="424"/>
            <ac:spMk id="4" creationId="{E93D9346-8009-78E9-BA30-0D5512FDE3C5}"/>
          </ac:spMkLst>
        </pc:spChg>
        <pc:spChg chg="mod">
          <ac:chgData name="Mohid Hasan" userId="3d593e6f-e4d0-4ccd-9740-0ea5712d8988" providerId="ADAL" clId="{4A05A52A-5196-4904-B2BE-A25F047ABC0E}" dt="2026-04-09T01:17:11.664" v="503" actId="20577"/>
          <ac:spMkLst>
            <pc:docMk/>
            <pc:sldMk cId="579905574" sldId="424"/>
            <ac:spMk id="5" creationId="{43A05BF0-A002-F7E6-0285-3E581FF2A1BC}"/>
          </ac:spMkLst>
        </pc:spChg>
        <pc:spChg chg="add del mod">
          <ac:chgData name="Mohid Hasan" userId="3d593e6f-e4d0-4ccd-9740-0ea5712d8988" providerId="ADAL" clId="{4A05A52A-5196-4904-B2BE-A25F047ABC0E}" dt="2026-04-09T01:17:41.250" v="514" actId="20577"/>
          <ac:spMkLst>
            <pc:docMk/>
            <pc:sldMk cId="579905574" sldId="424"/>
            <ac:spMk id="6" creationId="{223A49D5-1AD2-F43A-4897-A4575633674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6586F8F-9C4B-6DCF-3140-81A5A0CF39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611C4D-2002-82A5-FCB9-F87C834145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B1FB0-1142-4CB6-8E05-242909DF09AA}" type="datetimeFigureOut">
              <a:rPr lang="en-CA" smtClean="0"/>
              <a:t>2026-04-08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091157-23F3-5E7D-2D1B-21BAA3A2EE9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6333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B6F461-087C-4718-A254-E5E38E25554F}" type="datetimeFigureOut">
              <a:rPr lang="en-CA" smtClean="0"/>
              <a:t>2026-04-08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47823C-48CD-4DFF-A660-998E8ED7A7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504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95288" indent="-171450" algn="l" defTabSz="914400" rtl="0" eaLnBrk="1" latinLnBrk="0" hangingPunct="1">
      <a:buFont typeface="Open Sans" pitchFamily="2" charset="0"/>
      <a:buChar char="−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73038" indent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73038" indent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the “Title Slide SFU” layout slide, the logo and red bar is locked. For more flexibility working with these elements see slides 7 and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7823C-48CD-4DFF-A660-998E8ED7A7BB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520447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5058F-5E39-8EB4-B079-3BB735A31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60F734-5B89-6B96-59E7-F227134B8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2812F9-7902-1BC3-3F81-121005C90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This is the “Title and Content” master slide.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91CDC-25B8-03AC-94ED-DDB92D60B5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7823C-48CD-4DFF-A660-998E8ED7A7BB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842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460DB-07D3-EA49-26C9-2AFD0C306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0AF4D9-C2E6-671B-9533-503034CB97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1A9859-3EDF-BA15-D318-AF1465308E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This is the “Title and Content” master slide.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065A6-7C83-90A1-FE30-9321A404A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7823C-48CD-4DFF-A660-998E8ED7A7BB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19207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5058F-5E39-8EB4-B079-3BB735A31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60F734-5B89-6B96-59E7-F227134B8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2812F9-7902-1BC3-3F81-121005C90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This is the “Title and Content” master slide.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91CDC-25B8-03AC-94ED-DDB92D60B5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7823C-48CD-4DFF-A660-998E8ED7A7BB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8421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5058F-5E39-8EB4-B079-3BB735A31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60F734-5B89-6B96-59E7-F227134B8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2812F9-7902-1BC3-3F81-121005C90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This is the “Title and Content” master slide.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91CDC-25B8-03AC-94ED-DDB92D60B5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7823C-48CD-4DFF-A660-998E8ED7A7BB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8421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0B6E2-7BEC-3782-EA57-A510E0D0C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9E9418-C160-9183-246B-8D8578CF9D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BF9FFD-4074-9E2B-96CA-FFCB1E70C1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This is the “Title and Content” master slide.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29205-CDD6-C653-BA44-4CA815952F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7823C-48CD-4DFF-A660-998E8ED7A7BB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32759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AC5D1-DB96-F949-4D0B-F5F57E09C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CA65C0-FBE1-2795-4521-C7E5498E02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60D8FF-9841-1419-E9A0-1151E2DB4B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This is the “Title and Content” master slide.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77682D-E512-9C16-7F98-69C7945733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7823C-48CD-4DFF-A660-998E8ED7A7BB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07327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5058F-5E39-8EB4-B079-3BB735A31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60F734-5B89-6B96-59E7-F227134B8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2812F9-7902-1BC3-3F81-121005C90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This is the “Title and Content” master slide.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91CDC-25B8-03AC-94ED-DDB92D60B5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7823C-48CD-4DFF-A660-998E8ED7A7BB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8421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6EC58-3279-2F2E-D2C3-24EA0AAF6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258493-A651-6180-01C0-F0152B2D4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4AE76F-A8AA-2B40-1112-01208ABF77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This is the “Title and Content” master slide.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D7246-54E3-7CEA-DFD5-FB64851A7A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7823C-48CD-4DFF-A660-998E8ED7A7BB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1386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7F50C-7F18-EC43-313F-B30EFB822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81A027-47D9-7C12-8E01-FDBA1C9FB0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376670-5411-3E71-D2AA-7D39C2B19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This is the “Title and Content” master slide.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58523-DC46-1B95-E459-3FA7726553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7823C-48CD-4DFF-A660-998E8ED7A7BB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9892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DF7FB-3927-6DF3-8A38-8804C4A3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4C17B0-B01E-FC77-8813-144150394F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62A0C4-CDC7-4E4B-E28C-A0BC35DF8C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>
                <a:latin typeface="+mj-lt"/>
              </a:rPr>
              <a:t>This is the “Divider” layout slide.</a:t>
            </a:r>
          </a:p>
          <a:p>
            <a:endParaRPr lang="en-US" b="0" dirty="0"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This file was last updated 20250402.</a:t>
            </a:r>
          </a:p>
          <a:p>
            <a:endParaRPr lang="en-US" b="0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B5275-6C87-91FC-6E99-E877A298C6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7823C-48CD-4DFF-A660-998E8ED7A7BB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0859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F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EF15BC-E181-1011-6CE0-58A12BEDE2B3}"/>
              </a:ext>
            </a:extLst>
          </p:cNvPr>
          <p:cNvSpPr/>
          <p:nvPr userDrawn="1"/>
        </p:nvSpPr>
        <p:spPr>
          <a:xfrm>
            <a:off x="0" y="0"/>
            <a:ext cx="4785360" cy="3657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8F79AF5-5BCF-2DBA-7503-802857BC4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85360" y="0"/>
            <a:ext cx="7406640" cy="3657600"/>
          </a:xfrm>
        </p:spPr>
        <p:txBody>
          <a:bodyPr/>
          <a:lstStyle/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E2EEE-747C-8E81-B116-373F8C26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3B3B5-7649-4809-8D06-9D265A3A8053}" type="datetime1">
              <a:rPr lang="en-CA" smtClean="0"/>
              <a:t>2026-04-08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47824-C17E-3A6C-26FE-1FD57D82D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12F87-4073-316E-4B1C-1E9B387F7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A83AF-1D3C-40A9-A07A-69E1C54544A6}" type="slidenum">
              <a:rPr lang="en-CA" smtClean="0"/>
              <a:t>‹#›</a:t>
            </a:fld>
            <a:endParaRPr lang="en-CA"/>
          </a:p>
        </p:txBody>
      </p:sp>
      <p:pic>
        <p:nvPicPr>
          <p:cNvPr id="7" name="Graphic 6" descr="SFU Logo">
            <a:extLst>
              <a:ext uri="{FF2B5EF4-FFF2-40B4-BE49-F238E27FC236}">
                <a16:creationId xmlns:a16="http://schemas.microsoft.com/office/drawing/2014/main" id="{4C3ADD55-D336-DC2B-B5D8-CDD9C420CD0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2011680"/>
            <a:ext cx="1517904" cy="75895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AABF8AD-9A56-4A9F-1A67-B0A05E007A6D}"/>
              </a:ext>
            </a:extLst>
          </p:cNvPr>
          <p:cNvSpPr/>
          <p:nvPr userDrawn="1"/>
        </p:nvSpPr>
        <p:spPr>
          <a:xfrm>
            <a:off x="0" y="3657600"/>
            <a:ext cx="12192000" cy="32004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A000F5-A035-C66C-98E7-2671ABE5C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668" y="5852160"/>
            <a:ext cx="10928532" cy="52131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B068CF-F16A-3D54-AAB3-7471E2C317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7668" y="4389120"/>
            <a:ext cx="10928532" cy="1079706"/>
          </a:xfrm>
        </p:spPr>
        <p:txBody>
          <a:bodyPr anchor="t"/>
          <a:lstStyle>
            <a:lvl1pPr algn="l"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27583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43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imon Fraser Univers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47BC89C-353C-24BF-81CC-DC37D339D4AD}"/>
              </a:ext>
            </a:extLst>
          </p:cNvPr>
          <p:cNvSpPr/>
          <p:nvPr userDrawn="1"/>
        </p:nvSpPr>
        <p:spPr>
          <a:xfrm>
            <a:off x="0" y="0"/>
            <a:ext cx="4785360" cy="3657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2" name="Graphic 11" descr="SFU Logo with Simon Fraser University">
            <a:extLst>
              <a:ext uri="{FF2B5EF4-FFF2-40B4-BE49-F238E27FC236}">
                <a16:creationId xmlns:a16="http://schemas.microsoft.com/office/drawing/2014/main" id="{217A8C20-64FD-90B0-775B-495FF37B97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" y="2011679"/>
            <a:ext cx="3214384" cy="75895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E2EEE-747C-8E81-B116-373F8C26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92780-ED19-4E4A-AF8F-3B58D0CEFC26}" type="datetime1">
              <a:rPr lang="en-CA" smtClean="0"/>
              <a:t>2026-04-08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47824-C17E-3A6C-26FE-1FD57D82D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12F87-4073-316E-4B1C-1E9B387F7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A83AF-1D3C-40A9-A07A-69E1C54544A6}" type="slidenum">
              <a:rPr lang="en-CA" smtClean="0"/>
              <a:t>‹#›</a:t>
            </a:fld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ABF8AD-9A56-4A9F-1A67-B0A05E007A6D}"/>
              </a:ext>
            </a:extLst>
          </p:cNvPr>
          <p:cNvSpPr/>
          <p:nvPr userDrawn="1"/>
        </p:nvSpPr>
        <p:spPr>
          <a:xfrm>
            <a:off x="0" y="3657600"/>
            <a:ext cx="12192000" cy="32004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B068CF-F16A-3D54-AAB3-7471E2C317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7668" y="4389120"/>
            <a:ext cx="10928532" cy="1079706"/>
          </a:xfrm>
        </p:spPr>
        <p:txBody>
          <a:bodyPr anchor="t"/>
          <a:lstStyle>
            <a:lvl1pPr algn="l"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A000F5-A035-C66C-98E7-2671ABE5C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667" y="5852160"/>
            <a:ext cx="10928531" cy="52131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8F79AF5-5BCF-2DBA-7503-802857BC4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85360" y="0"/>
            <a:ext cx="7406640" cy="3657600"/>
          </a:xfrm>
        </p:spPr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10411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43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FU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8F79AF5-5BCF-2DBA-7503-802857BC4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54240" y="0"/>
            <a:ext cx="4937760" cy="6857999"/>
          </a:xfrm>
        </p:spPr>
        <p:txBody>
          <a:bodyPr/>
          <a:lstStyle/>
          <a:p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ABF8AD-9A56-4A9F-1A67-B0A05E007A6D}"/>
              </a:ext>
            </a:extLst>
          </p:cNvPr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2" name="Graphic 11" descr="SFU Logo">
            <a:extLst>
              <a:ext uri="{FF2B5EF4-FFF2-40B4-BE49-F238E27FC236}">
                <a16:creationId xmlns:a16="http://schemas.microsoft.com/office/drawing/2014/main" id="{5DFF7A50-6685-1D61-DF34-7046723825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0"/>
            <a:ext cx="1463039" cy="73152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E2EEE-747C-8E81-B116-373F8C26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D0C7C-98EC-4D2C-8280-D921AFA8F280}" type="datetime1">
              <a:rPr lang="en-CA" smtClean="0"/>
              <a:t>2026-04-08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47824-C17E-3A6C-26FE-1FD57D82D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12F87-4073-316E-4B1C-1E9B387F7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A83AF-1D3C-40A9-A07A-69E1C54544A6}" type="slidenum">
              <a:rPr lang="en-CA" smtClean="0"/>
              <a:t>‹#›</a:t>
            </a:fld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A000F5-A035-C66C-98E7-2671ABE5C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668" y="4357191"/>
            <a:ext cx="6171474" cy="52131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B068CF-F16A-3D54-AAB3-7471E2C317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7667" y="2219238"/>
            <a:ext cx="6171475" cy="2106020"/>
          </a:xfrm>
        </p:spPr>
        <p:txBody>
          <a:bodyPr anchor="t"/>
          <a:lstStyle>
            <a:lvl1pPr algn="l"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5062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43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imon Fraser Uni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8F79AF5-5BCF-2DBA-7503-802857BC4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54240" y="0"/>
            <a:ext cx="4937760" cy="6857999"/>
          </a:xfrm>
        </p:spPr>
        <p:txBody>
          <a:bodyPr/>
          <a:lstStyle/>
          <a:p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ABF8AD-9A56-4A9F-1A67-B0A05E007A6D}"/>
              </a:ext>
            </a:extLst>
          </p:cNvPr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Graphic 6" descr="SFU Logo with Simon Fraser University">
            <a:extLst>
              <a:ext uri="{FF2B5EF4-FFF2-40B4-BE49-F238E27FC236}">
                <a16:creationId xmlns:a16="http://schemas.microsoft.com/office/drawing/2014/main" id="{C61F21FE-E7F1-A2F2-547E-D230401A8C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-1"/>
            <a:ext cx="1463039" cy="128016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E2EEE-747C-8E81-B116-373F8C26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742DE-11AB-4048-83BD-2DCF0CF98640}" type="datetime1">
              <a:rPr lang="en-CA" smtClean="0"/>
              <a:t>2026-04-08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47824-C17E-3A6C-26FE-1FD57D82D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12F87-4073-316E-4B1C-1E9B387F7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A83AF-1D3C-40A9-A07A-69E1C54544A6}" type="slidenum">
              <a:rPr lang="en-CA" smtClean="0"/>
              <a:t>‹#›</a:t>
            </a:fld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A000F5-A035-C66C-98E7-2671ABE5C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668" y="4357191"/>
            <a:ext cx="6171474" cy="52131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B068CF-F16A-3D54-AAB3-7471E2C317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7667" y="2219238"/>
            <a:ext cx="6171475" cy="2106020"/>
          </a:xfrm>
        </p:spPr>
        <p:txBody>
          <a:bodyPr anchor="t"/>
          <a:lstStyle>
            <a:lvl1pPr algn="l"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7965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43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E2EEE-747C-8E81-B116-373F8C26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2192A-6D6D-43A4-A29C-003EC333B961}" type="datetime1">
              <a:rPr lang="en-CA" smtClean="0"/>
              <a:t>2026-04-08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47824-C17E-3A6C-26FE-1FD57D82D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12F87-4073-316E-4B1C-1E9B387F7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A83AF-1D3C-40A9-A07A-69E1C54544A6}" type="slidenum">
              <a:rPr lang="en-CA" smtClean="0"/>
              <a:t>‹#›</a:t>
            </a:fld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B068CF-F16A-3D54-AAB3-7471E2C317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1500" y="2375990"/>
            <a:ext cx="6171475" cy="2106020"/>
          </a:xfrm>
        </p:spPr>
        <p:txBody>
          <a:bodyPr anchor="ctr"/>
          <a:lstStyle>
            <a:lvl1pPr algn="l"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DIVIDER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7353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43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Quote or Phrase (Wid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E2EEE-747C-8E81-B116-373F8C26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2A18C-75D7-4322-A931-27DB19E93C3C}" type="datetime1">
              <a:rPr lang="en-CA" smtClean="0"/>
              <a:t>2026-04-08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47824-C17E-3A6C-26FE-1FD57D82D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12F87-4073-316E-4B1C-1E9B387F7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A83AF-1D3C-40A9-A07A-69E1C54544A6}" type="slidenum">
              <a:rPr lang="en-CA" smtClean="0"/>
              <a:t>‹#›</a:t>
            </a:fld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B068CF-F16A-3D54-AAB3-7471E2C317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1499" y="2375990"/>
            <a:ext cx="10934701" cy="2106020"/>
          </a:xfrm>
        </p:spPr>
        <p:txBody>
          <a:bodyPr anchor="ctr"/>
          <a:lstStyle>
            <a:lvl1pPr algn="ctr"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en-US"/>
              <a:t>Single Quote or Phrase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7300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43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Quote or Phrase (Narrow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E2EEE-747C-8E81-B116-373F8C26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57130-7940-40FA-84B6-2F6FBD8A3C8C}" type="datetime1">
              <a:rPr lang="en-CA" smtClean="0"/>
              <a:t>2026-04-08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47824-C17E-3A6C-26FE-1FD57D82D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12F87-4073-316E-4B1C-1E9B387F7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A83AF-1D3C-40A9-A07A-69E1C54544A6}" type="slidenum">
              <a:rPr lang="en-CA" smtClean="0"/>
              <a:t>‹#›</a:t>
            </a:fld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B068CF-F16A-3D54-AAB3-7471E2C317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00" y="895739"/>
            <a:ext cx="4572000" cy="5066522"/>
          </a:xfrm>
        </p:spPr>
        <p:txBody>
          <a:bodyPr anchor="ctr"/>
          <a:lstStyle>
            <a:lvl1pPr algn="ctr"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en-US"/>
              <a:t>Single Quote or Phrase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34914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43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8A287-F7BE-6ADF-F2AD-24C169322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504CA2-CB30-B998-803D-86D804FF0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8D865-D364-44C2-A8D5-F947C0DAA04B}" type="datetime1">
              <a:rPr lang="en-CA" smtClean="0"/>
              <a:t>2026-04-08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27DC98-BC28-E8C4-40D2-61B869FC0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BC31F2-1400-B0C8-EED2-9E120A196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A83AF-1D3C-40A9-A07A-69E1C54544A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9780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EE8D6-6B52-409C-652A-627DA4257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E87F8-78FA-DB5E-D321-549FF14FA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D5F76-225E-4EB1-92A3-4C3A02ED5750}" type="datetime1">
              <a:rPr lang="en-CA" smtClean="0"/>
              <a:t>2026-04-08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72505-756D-42C2-BAC5-491490EB4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778BE-357C-6BD9-0E2F-3291C08FF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7756" y="6356350"/>
            <a:ext cx="2743200" cy="365125"/>
          </a:xfrm>
        </p:spPr>
        <p:txBody>
          <a:bodyPr/>
          <a:lstStyle/>
          <a:p>
            <a:r>
              <a:rPr lang="en-CA"/>
              <a:t>Page </a:t>
            </a:r>
            <a:fld id="{4E9A83AF-1D3C-40A9-A07A-69E1C54544A6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97B69A0-B20D-7962-12B9-54FD649F6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37773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ubtitle and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28619C-6C7D-E6AF-E8ED-40868B6FD129}"/>
              </a:ext>
            </a:extLst>
          </p:cNvPr>
          <p:cNvSpPr/>
          <p:nvPr userDrawn="1"/>
        </p:nvSpPr>
        <p:spPr>
          <a:xfrm>
            <a:off x="0" y="1"/>
            <a:ext cx="12192000" cy="155448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EAF2447-A009-0DB2-30C9-5445FF68B5D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1500" y="1919288"/>
            <a:ext cx="10934700" cy="4206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E87F8-78FA-DB5E-D321-549FF14FA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DF229-0B39-4F1E-97A9-E8EABA11C9F7}" type="datetime1">
              <a:rPr lang="en-CA" smtClean="0"/>
              <a:t>2026-04-08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72505-756D-42C2-BAC5-491490EB4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778BE-357C-6BD9-0E2F-3291C08FF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7756" y="6356350"/>
            <a:ext cx="2743200" cy="365125"/>
          </a:xfrm>
        </p:spPr>
        <p:txBody>
          <a:bodyPr/>
          <a:lstStyle/>
          <a:p>
            <a:r>
              <a:rPr lang="en-CA"/>
              <a:t>Page </a:t>
            </a:r>
            <a:fld id="{4E9A83AF-1D3C-40A9-A07A-69E1C54544A6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30985E1-3692-09FB-B102-6B90F6C16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1928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n Red band with 3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28619C-6C7D-E6AF-E8ED-40868B6FD129}"/>
              </a:ext>
            </a:extLst>
          </p:cNvPr>
          <p:cNvSpPr/>
          <p:nvPr userDrawn="1"/>
        </p:nvSpPr>
        <p:spPr>
          <a:xfrm>
            <a:off x="0" y="1"/>
            <a:ext cx="12192000" cy="155448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30985E1-3692-09FB-B102-6B90F6C16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12F5542-203F-9C49-FA1D-AF3FDBA21BC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27118" y="1860868"/>
            <a:ext cx="3475038" cy="466407"/>
          </a:xfrm>
        </p:spPr>
        <p:txBody>
          <a:bodyPr/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Enter </a:t>
            </a:r>
            <a:r>
              <a:rPr lang="en-US" err="1"/>
              <a:t>subheader</a:t>
            </a:r>
            <a:endParaRPr lang="en-CA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C1C764F6-E335-62CB-8540-ED8BF380386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58640" y="2457451"/>
            <a:ext cx="3474720" cy="3668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D901DF6-0B90-0F50-340E-4A0EA99E76A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57247" y="1860868"/>
            <a:ext cx="3475038" cy="466407"/>
          </a:xfrm>
        </p:spPr>
        <p:txBody>
          <a:bodyPr/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Enter </a:t>
            </a:r>
            <a:r>
              <a:rPr lang="en-US" err="1"/>
              <a:t>subheader</a:t>
            </a:r>
            <a:endParaRPr lang="en-CA"/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E81B1126-0391-1671-A249-35AEAE0C9FD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90162" y="2457451"/>
            <a:ext cx="3474720" cy="3668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D51FC0B-A76D-1BA8-042D-FD0CBB5DC0A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7375" y="1860868"/>
            <a:ext cx="3475038" cy="466407"/>
          </a:xfrm>
        </p:spPr>
        <p:txBody>
          <a:bodyPr/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Enter </a:t>
            </a:r>
            <a:r>
              <a:rPr lang="en-US" err="1"/>
              <a:t>subheader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E87F8-78FA-DB5E-D321-549FF14FA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B45C6-3C43-4680-95E7-67858A4C5506}" type="datetime1">
              <a:rPr lang="en-CA" smtClean="0"/>
              <a:t>2026-04-08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72505-756D-42C2-BAC5-491490EB4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778BE-357C-6BD9-0E2F-3291C08FF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7756" y="6356350"/>
            <a:ext cx="2743200" cy="365125"/>
          </a:xfrm>
        </p:spPr>
        <p:txBody>
          <a:bodyPr/>
          <a:lstStyle/>
          <a:p>
            <a:r>
              <a:rPr lang="en-CA"/>
              <a:t>Page </a:t>
            </a:r>
            <a:fld id="{4E9A83AF-1D3C-40A9-A07A-69E1C54544A6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F083E432-7EF7-4EF0-58D1-80E0258679B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127118" y="2457450"/>
            <a:ext cx="3474720" cy="3668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897273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n Red band with 3 Text Boxe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28619C-6C7D-E6AF-E8ED-40868B6FD129}"/>
              </a:ext>
            </a:extLst>
          </p:cNvPr>
          <p:cNvSpPr/>
          <p:nvPr userDrawn="1"/>
        </p:nvSpPr>
        <p:spPr>
          <a:xfrm>
            <a:off x="0" y="1"/>
            <a:ext cx="12192000" cy="155448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Content Placeholder 25">
            <a:extLst>
              <a:ext uri="{FF2B5EF4-FFF2-40B4-BE49-F238E27FC236}">
                <a16:creationId xmlns:a16="http://schemas.microsoft.com/office/drawing/2014/main" id="{2DB6E718-E378-D663-6309-ACA3E602844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127118" y="4248150"/>
            <a:ext cx="3474720" cy="18780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1D909304-9553-CFDF-2AB8-4A63B49E49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26800" y="3637621"/>
            <a:ext cx="3475038" cy="466407"/>
          </a:xfrm>
        </p:spPr>
        <p:txBody>
          <a:bodyPr/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Enter </a:t>
            </a:r>
            <a:r>
              <a:rPr lang="en-US" err="1"/>
              <a:t>subheader</a:t>
            </a:r>
            <a:endParaRPr lang="en-CA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B07E1E9E-99C8-8391-C8EF-33F2F74BB36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127118" y="2093912"/>
            <a:ext cx="1335088" cy="1335088"/>
          </a:xfrm>
        </p:spPr>
        <p:txBody>
          <a:bodyPr/>
          <a:lstStyle/>
          <a:p>
            <a:endParaRPr lang="en-CA"/>
          </a:p>
        </p:txBody>
      </p:sp>
      <p:sp>
        <p:nvSpPr>
          <p:cNvPr id="14" name="Content Placeholder 23">
            <a:extLst>
              <a:ext uri="{FF2B5EF4-FFF2-40B4-BE49-F238E27FC236}">
                <a16:creationId xmlns:a16="http://schemas.microsoft.com/office/drawing/2014/main" id="{97E36A24-90EC-F2DD-B09A-F412BA91C70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58640" y="4248151"/>
            <a:ext cx="3474720" cy="18780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E809C7-77B5-3F62-6042-FE6E87CCC26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56929" y="3637621"/>
            <a:ext cx="3475038" cy="466407"/>
          </a:xfrm>
        </p:spPr>
        <p:txBody>
          <a:bodyPr/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Enter </a:t>
            </a:r>
            <a:r>
              <a:rPr lang="en-US" err="1"/>
              <a:t>subheader</a:t>
            </a:r>
            <a:endParaRPr lang="en-CA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C93E703C-395F-12EE-64E0-9537BE05045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58640" y="2093912"/>
            <a:ext cx="1335088" cy="1335088"/>
          </a:xfrm>
        </p:spPr>
        <p:txBody>
          <a:bodyPr/>
          <a:lstStyle/>
          <a:p>
            <a:endParaRPr lang="en-CA"/>
          </a:p>
        </p:txBody>
      </p:sp>
      <p:sp>
        <p:nvSpPr>
          <p:cNvPr id="9" name="Content Placeholder 21">
            <a:extLst>
              <a:ext uri="{FF2B5EF4-FFF2-40B4-BE49-F238E27FC236}">
                <a16:creationId xmlns:a16="http://schemas.microsoft.com/office/drawing/2014/main" id="{670949DA-C41D-9FE5-4E6A-A3F86DF6FEDE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90162" y="4248151"/>
            <a:ext cx="3474720" cy="18780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5DCE53D-44E9-2A78-610B-25ECB840D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7057" y="3637621"/>
            <a:ext cx="3475038" cy="466407"/>
          </a:xfrm>
        </p:spPr>
        <p:txBody>
          <a:bodyPr/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Enter </a:t>
            </a:r>
            <a:r>
              <a:rPr lang="en-US" err="1"/>
              <a:t>subheader</a:t>
            </a:r>
            <a:endParaRPr lang="en-CA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9C33A34-0EDA-5D15-CBCF-476B0DD8C0D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0162" y="2093912"/>
            <a:ext cx="1335088" cy="1335088"/>
          </a:xfrm>
        </p:spPr>
        <p:txBody>
          <a:bodyPr/>
          <a:lstStyle/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E87F8-78FA-DB5E-D321-549FF14FA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3292-74FB-4DA5-80C7-BA1206112746}" type="datetime1">
              <a:rPr lang="en-CA" smtClean="0"/>
              <a:t>2026-04-08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72505-756D-42C2-BAC5-491490EB4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778BE-357C-6BD9-0E2F-3291C08FF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7756" y="6356350"/>
            <a:ext cx="2743200" cy="365125"/>
          </a:xfrm>
        </p:spPr>
        <p:txBody>
          <a:bodyPr/>
          <a:lstStyle/>
          <a:p>
            <a:r>
              <a:rPr lang="en-CA"/>
              <a:t>Page </a:t>
            </a:r>
            <a:fld id="{4E9A83AF-1D3C-40A9-A07A-69E1C54544A6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30985E1-3692-09FB-B102-6B90F6C16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3761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3AFF4C9-D504-131C-2E6F-BBD7755ECA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29375" y="1184275"/>
            <a:ext cx="5075238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015EBF5-A41F-83B0-52A3-0628C698AD8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1500" y="1184275"/>
            <a:ext cx="5075238" cy="5030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7FAF95-41F9-5619-0416-E49AEA9AE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C94B7-31D0-483D-838A-AFEC1B769D0D}" type="datetime1">
              <a:rPr lang="en-CA" smtClean="0"/>
              <a:t>2026-04-08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4BF5E-BC61-D900-E80B-1A1A222FE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E6EAA-BAF7-A71E-05A8-7292FDADC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A83AF-1D3C-40A9-A07A-69E1C54544A6}" type="slidenum">
              <a:rPr lang="en-CA" smtClean="0"/>
              <a:t>‹#›</a:t>
            </a:fld>
            <a:endParaRPr lang="en-CA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51E53E2-AC53-8B33-D5D9-6E6E9492F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15318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968AA9A0-8E44-A0E0-DD6F-DD93DE7FD16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54934" y="1319298"/>
            <a:ext cx="5349240" cy="466407"/>
          </a:xfrm>
        </p:spPr>
        <p:txBody>
          <a:bodyPr anchor="b"/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Enter </a:t>
            </a:r>
            <a:r>
              <a:rPr lang="en-US" err="1"/>
              <a:t>subheader</a:t>
            </a:r>
            <a:endParaRPr lang="en-CA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3AFF4C9-D504-131C-2E6F-BBD7755ECA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54934" y="1886231"/>
            <a:ext cx="5349240" cy="4327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015EBF5-A41F-83B0-52A3-0628C698AD8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1500" y="1886171"/>
            <a:ext cx="5353050" cy="43288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8EBDF59-F6CC-CDE8-F5C6-3BD9036282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5310" y="1319298"/>
            <a:ext cx="5349240" cy="466407"/>
          </a:xfrm>
        </p:spPr>
        <p:txBody>
          <a:bodyPr anchor="b"/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Enter </a:t>
            </a:r>
            <a:r>
              <a:rPr lang="en-US" err="1"/>
              <a:t>subheader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7FAF95-41F9-5619-0416-E49AEA9AE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F2BC6-D4B4-451A-AADC-AF5805725F71}" type="datetime1">
              <a:rPr lang="en-CA" smtClean="0"/>
              <a:t>2026-04-08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4BF5E-BC61-D900-E80B-1A1A222FE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E6EAA-BAF7-A71E-05A8-7292FDADC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A83AF-1D3C-40A9-A07A-69E1C54544A6}" type="slidenum">
              <a:rPr lang="en-CA" smtClean="0"/>
              <a:t>‹#›</a:t>
            </a:fld>
            <a:endParaRPr lang="en-CA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51E53E2-AC53-8B33-D5D9-6E6E9492F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7105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d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27AB4-92D9-499E-A713-8BB2381C29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1500" y="1480458"/>
            <a:ext cx="6017986" cy="4734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7FAF95-41F9-5619-0416-E49AEA9AE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E9FC8-1160-4E3B-BBCA-0452E3CBE73A}" type="datetime1">
              <a:rPr lang="en-CA" smtClean="0"/>
              <a:t>2026-04-08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4BF5E-BC61-D900-E80B-1A1A222FE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E6EAA-BAF7-A71E-05A8-7292FDADC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A83AF-1D3C-40A9-A07A-69E1C54544A6}" type="slidenum">
              <a:rPr lang="en-CA" smtClean="0"/>
              <a:t>‹#›</a:t>
            </a:fld>
            <a:endParaRPr lang="en-CA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51E53E2-AC53-8B33-D5D9-6E6E9492F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6" y="365125"/>
            <a:ext cx="6017986" cy="1115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AB503BCE-D72B-DF15-3242-F5420AFCFD0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97040" y="0"/>
            <a:ext cx="5394960" cy="6858000"/>
          </a:xfrm>
        </p:spPr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0928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2C7177F-5BBD-E9C5-23AF-CBA60B017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7FAF95-41F9-5619-0416-E49AEA9AE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46A9A-F302-40CB-8876-3E34266EA13C}" type="datetime1">
              <a:rPr lang="en-CA" smtClean="0"/>
              <a:t>2026-04-08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4BF5E-BC61-D900-E80B-1A1A222FE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E6EAA-BAF7-A71E-05A8-7292FDADC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A83AF-1D3C-40A9-A07A-69E1C54544A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9910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icture with Text Overl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2C7177F-5BBD-E9C5-23AF-CBA60B017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7FAF95-41F9-5619-0416-E49AEA9AE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F500D-A971-447F-B004-2CC02E710682}" type="datetime1">
              <a:rPr lang="en-CA" smtClean="0"/>
              <a:t>2026-04-08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4BF5E-BC61-D900-E80B-1A1A222FE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E6EAA-BAF7-A71E-05A8-7292FDADC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A83AF-1D3C-40A9-A07A-69E1C54544A6}" type="slidenum">
              <a:rPr lang="en-CA" smtClean="0"/>
              <a:t>‹#›</a:t>
            </a:fld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98D08E-0C60-4ED4-CA20-2266CF739A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2468563"/>
            <a:ext cx="12192000" cy="1920875"/>
          </a:xfrm>
          <a:solidFill>
            <a:schemeClr val="tx1">
              <a:alpha val="25000"/>
            </a:schemeClr>
          </a:solidFill>
        </p:spPr>
        <p:txBody>
          <a:bodyPr lIns="548640" rIns="548640" anchor="ctr"/>
          <a:lstStyle>
            <a:lvl1pPr marL="0" indent="0" algn="ctr">
              <a:buNone/>
              <a:defRPr sz="40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17611759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C4D2B5-4A1F-1AF9-A214-C46B4708C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7E0EE-26DD-419C-BF05-F3A8C3CCA88A}" type="datetime1">
              <a:rPr lang="en-CA" smtClean="0"/>
              <a:t>2026-04-08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0A8EA5-64D6-803E-4090-34A6364F4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5D877-7512-ACEE-2D71-21A05BAF7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A83AF-1D3C-40A9-A07A-69E1C54544A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5744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E44635-401C-1BD7-56EB-624A4613B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6" y="365125"/>
            <a:ext cx="10918373" cy="75454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EF19C0-3BFC-FE8C-DE23-543EBDD8C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826" y="1119673"/>
            <a:ext cx="10918373" cy="5029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1867D-C434-A101-5E0D-5936260F9D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87826" y="64144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A22E722-84C0-4840-BDCE-0163DA5533C3}" type="datetime1">
              <a:rPr lang="en-CA" smtClean="0"/>
              <a:t>2026-04-08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A2E11-2081-9F89-46F0-BCA63EE516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1440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5C437-179B-DFF3-F396-07A6D9301D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7967" y="6414406"/>
            <a:ext cx="2616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CA"/>
              <a:t>Page </a:t>
            </a:r>
            <a:fld id="{4E9A83AF-1D3C-40A9-A07A-69E1C54544A6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8227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61" r:id="rId3"/>
    <p:sldLayoutId id="2147483672" r:id="rId4"/>
    <p:sldLayoutId id="2147483662" r:id="rId5"/>
    <p:sldLayoutId id="2147483664" r:id="rId6"/>
    <p:sldLayoutId id="2147483669" r:id="rId7"/>
    <p:sldLayoutId id="2147483654" r:id="rId8"/>
    <p:sldLayoutId id="2147483650" r:id="rId9"/>
    <p:sldLayoutId id="2147483671" r:id="rId10"/>
    <p:sldLayoutId id="2147483675" r:id="rId11"/>
    <p:sldLayoutId id="2147483676" r:id="rId12"/>
    <p:sldLayoutId id="2147483652" r:id="rId13"/>
    <p:sldLayoutId id="2147483677" r:id="rId14"/>
    <p:sldLayoutId id="2147483674" r:id="rId15"/>
    <p:sldLayoutId id="2147483668" r:id="rId16"/>
    <p:sldLayoutId id="2147483673" r:id="rId17"/>
    <p:sldLayoutId id="2147483655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400" b="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Open Sans" pitchFamily="2" charset="0"/>
        <a:buChar char="−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Symbol" panose="05050102010706020507" pitchFamily="18" charset="2"/>
        <a:buChar char="&gt;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4" pos="7248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4032" userDrawn="1">
          <p15:clr>
            <a:srgbClr val="F26B43"/>
          </p15:clr>
        </p15:guide>
        <p15:guide id="7" pos="4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8">
            <a:extLst>
              <a:ext uri="{FF2B5EF4-FFF2-40B4-BE49-F238E27FC236}">
                <a16:creationId xmlns:a16="http://schemas.microsoft.com/office/drawing/2014/main" id="{187CD7CE-9B85-30C5-8540-C1973161957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65" r="6995"/>
          <a:stretch/>
        </p:blipFill>
        <p:spPr>
          <a:xfrm>
            <a:off x="7254240" y="1"/>
            <a:ext cx="4937760" cy="6857999"/>
          </a:xfr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3DE2C690-C427-A82C-1278-93102FDF43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458" y="2340339"/>
            <a:ext cx="6870782" cy="521311"/>
          </a:xfrm>
        </p:spPr>
        <p:txBody>
          <a:bodyPr/>
          <a:lstStyle/>
          <a:p>
            <a:r>
              <a:rPr lang="en-US" dirty="0"/>
              <a:t>Performance Evaluation of machine learning models using IODA data </a:t>
            </a:r>
          </a:p>
          <a:p>
            <a:endParaRPr lang="en-US" b="1" dirty="0"/>
          </a:p>
          <a:p>
            <a:r>
              <a:rPr lang="en-US" b="1" dirty="0"/>
              <a:t>Mohid Hasan</a:t>
            </a:r>
          </a:p>
          <a:p>
            <a:r>
              <a:rPr lang="en-US" dirty="0"/>
              <a:t>Student ID: 301588534</a:t>
            </a:r>
          </a:p>
          <a:p>
            <a:r>
              <a:rPr lang="en-US" i="1" dirty="0"/>
              <a:t>Under the supervision of</a:t>
            </a:r>
          </a:p>
          <a:p>
            <a:r>
              <a:rPr lang="en-US" b="1" dirty="0"/>
              <a:t>Professor Ljiljana Trajković</a:t>
            </a:r>
          </a:p>
          <a:p>
            <a:endParaRPr lang="en-US" sz="1800" dirty="0"/>
          </a:p>
          <a:p>
            <a:r>
              <a:rPr lang="en-US" sz="1800" dirty="0"/>
              <a:t>April 2026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D2EAFD-D606-7A8D-0573-F909093EDE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486" y="1407374"/>
            <a:ext cx="6452398" cy="792354"/>
          </a:xfrm>
        </p:spPr>
        <p:txBody>
          <a:bodyPr/>
          <a:lstStyle/>
          <a:p>
            <a:r>
              <a:rPr lang="en-US" sz="3200" dirty="0"/>
              <a:t>ENSC 833 Project Presentation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485B22-A97C-1B4D-2598-CC17B133B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A83AF-1D3C-40A9-A07A-69E1C54544A6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3675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54CC9-D02B-FAB6-C909-4F2D8AEEC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6D3865-6063-60D7-56EC-886D4F19F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826" y="1119673"/>
            <a:ext cx="10918373" cy="5029200"/>
          </a:xfrm>
        </p:spPr>
        <p:txBody>
          <a:bodyPr/>
          <a:lstStyle/>
          <a:p>
            <a:r>
              <a:rPr lang="en-US" dirty="0"/>
              <a:t>Internet anomalies arise from:</a:t>
            </a:r>
          </a:p>
          <a:p>
            <a:pPr lvl="1"/>
            <a:r>
              <a:rPr lang="en-US" dirty="0"/>
              <a:t>Malware outbreaks (SQL Slammer, WannaCry)</a:t>
            </a:r>
          </a:p>
          <a:p>
            <a:pPr lvl="1"/>
            <a:r>
              <a:rPr lang="en-US" dirty="0"/>
              <a:t>Infrastructure failures (Moscow Blackout)</a:t>
            </a:r>
          </a:p>
          <a:p>
            <a:pPr lvl="1"/>
            <a:r>
              <a:rPr lang="en-US" dirty="0"/>
              <a:t>Conflict-driven connectivity loss (Ukraine, Iraq, Gaza)</a:t>
            </a:r>
          </a:p>
          <a:p>
            <a:pPr marL="228600" lvl="1" indent="0">
              <a:buNone/>
            </a:pPr>
            <a:endParaRPr lang="en-US" dirty="0"/>
          </a:p>
          <a:p>
            <a:r>
              <a:rPr lang="en-US" dirty="0"/>
              <a:t>Early detection is critical:</a:t>
            </a:r>
          </a:p>
          <a:p>
            <a:pPr lvl="1"/>
            <a:r>
              <a:rPr lang="en-US" dirty="0"/>
              <a:t>Network stability</a:t>
            </a:r>
          </a:p>
          <a:p>
            <a:pPr lvl="1"/>
            <a:r>
              <a:rPr lang="en-US" dirty="0"/>
              <a:t>Cybersecurity visibility</a:t>
            </a:r>
          </a:p>
          <a:p>
            <a:pPr lvl="1"/>
            <a:r>
              <a:rPr lang="en-US" dirty="0"/>
              <a:t>Resilience during crises</a:t>
            </a:r>
          </a:p>
          <a:p>
            <a:pPr marL="228600" lvl="1" indent="0">
              <a:buNone/>
            </a:pPr>
            <a:endParaRPr lang="en-US" dirty="0"/>
          </a:p>
          <a:p>
            <a:r>
              <a:rPr lang="en-US" dirty="0"/>
              <a:t>Goal: Detect anomalies in </a:t>
            </a:r>
            <a:r>
              <a:rPr lang="en-US" b="1" dirty="0"/>
              <a:t>IODA outage datasets</a:t>
            </a:r>
            <a:r>
              <a:rPr lang="en-US" dirty="0"/>
              <a:t> (Iran and Cuba outage) using ML.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CF7BF16-FF7E-A017-69C8-3A25F71CD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6" y="365125"/>
            <a:ext cx="10918373" cy="754548"/>
          </a:xfrm>
        </p:spPr>
        <p:txBody>
          <a:bodyPr/>
          <a:lstStyle/>
          <a:p>
            <a:r>
              <a:rPr lang="en-US" dirty="0"/>
              <a:t>Motivation</a:t>
            </a:r>
            <a:endParaRPr lang="en-CA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048232-89B1-EB24-2AFB-93B16D8A2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CA"/>
              <a:t>Page </a:t>
            </a:r>
            <a:fld id="{4E9A83AF-1D3C-40A9-A07A-69E1C54544A6}" type="slidenum">
              <a:rPr lang="en-CA" smtClean="0"/>
              <a:pPr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7913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79C6F-E8E3-682E-6BB8-A95C74173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8BE1DF-1994-DD81-ED8B-E1C1DBAD8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826" y="1119673"/>
            <a:ext cx="10918373" cy="50292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 Apply 8 machine learning models for anomaly detection on IODA data.</a:t>
            </a:r>
          </a:p>
          <a:p>
            <a:r>
              <a:rPr lang="en-US" dirty="0"/>
              <a:t>Use a sliding-window approach to capture temporal dependencies.</a:t>
            </a:r>
          </a:p>
          <a:p>
            <a:r>
              <a:rPr lang="en-US" dirty="0"/>
              <a:t>Evaluate:</a:t>
            </a:r>
          </a:p>
          <a:p>
            <a:pPr marL="0" indent="0">
              <a:buNone/>
            </a:pPr>
            <a:r>
              <a:rPr lang="en-US" dirty="0"/>
              <a:t>  – ROC-AUC, PR-AUC</a:t>
            </a:r>
          </a:p>
          <a:p>
            <a:pPr marL="0" indent="0">
              <a:buNone/>
            </a:pPr>
            <a:r>
              <a:rPr lang="en-US" dirty="0"/>
              <a:t>  – Accuracy, F1-score</a:t>
            </a:r>
          </a:p>
          <a:p>
            <a:pPr marL="0" indent="0">
              <a:buNone/>
            </a:pPr>
            <a:r>
              <a:rPr lang="en-US" dirty="0"/>
              <a:t>  – TP / FP / FN / TN</a:t>
            </a:r>
          </a:p>
          <a:p>
            <a:pPr marL="0" indent="0">
              <a:buNone/>
            </a:pPr>
            <a:r>
              <a:rPr lang="en-US" dirty="0"/>
              <a:t>  – Precision, Sensitivity</a:t>
            </a:r>
          </a:p>
          <a:p>
            <a:pPr marL="0" indent="0">
              <a:buNone/>
            </a:pPr>
            <a:r>
              <a:rPr lang="en-US" dirty="0"/>
              <a:t>  – Training time</a:t>
            </a:r>
          </a:p>
          <a:p>
            <a:endParaRPr lang="en-US" dirty="0"/>
          </a:p>
          <a:p>
            <a:r>
              <a:rPr lang="en-US" dirty="0"/>
              <a:t>Compare:</a:t>
            </a:r>
          </a:p>
          <a:p>
            <a:pPr marL="0" indent="0">
              <a:buNone/>
            </a:pPr>
            <a:r>
              <a:rPr lang="en-US" dirty="0"/>
              <a:t>  – Deep sequence models (CNN, RNN-GRU, RNN-LSTM, RNN-Bi-GRU, RNN-Bi-LSTM)</a:t>
            </a:r>
          </a:p>
          <a:p>
            <a:pPr marL="0" indent="0">
              <a:buNone/>
            </a:pPr>
            <a:r>
              <a:rPr lang="en-US" dirty="0"/>
              <a:t>  – Broad Learning Systems (BLS, VFBLS)</a:t>
            </a:r>
          </a:p>
          <a:p>
            <a:pPr marL="0" indent="0">
              <a:buNone/>
            </a:pPr>
            <a:r>
              <a:rPr lang="en-US" dirty="0"/>
              <a:t>  – Tree-based baseline (</a:t>
            </a:r>
            <a:r>
              <a:rPr lang="en-US" dirty="0" err="1"/>
              <a:t>LightGBM</a:t>
            </a:r>
            <a:r>
              <a:rPr lang="en-US" dirty="0"/>
              <a:t>).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C31D458-6CFA-85BF-5EE5-A860E52DE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6" y="365125"/>
            <a:ext cx="10918373" cy="754548"/>
          </a:xfrm>
        </p:spPr>
        <p:txBody>
          <a:bodyPr/>
          <a:lstStyle/>
          <a:p>
            <a:r>
              <a:rPr lang="en-US" dirty="0"/>
              <a:t>Objective</a:t>
            </a:r>
            <a:endParaRPr lang="en-CA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712545-621B-57B5-B4B5-E21480217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CA"/>
              <a:t>Page </a:t>
            </a:r>
            <a:fld id="{4E9A83AF-1D3C-40A9-A07A-69E1C54544A6}" type="slidenum">
              <a:rPr lang="en-CA" smtClean="0"/>
              <a:pPr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66927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54CC9-D02B-FAB6-C909-4F2D8AEEC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6D3865-6063-60D7-56EC-886D4F19F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826" y="1119673"/>
            <a:ext cx="10918373" cy="5029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• Eight-model benchmark suite for IODA datasets with consistent  preprocessing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Sliding-window based anomaly detection:</a:t>
            </a:r>
          </a:p>
          <a:p>
            <a:pPr marL="0" indent="0">
              <a:buNone/>
            </a:pPr>
            <a:r>
              <a:rPr lang="en-US" dirty="0"/>
              <a:t>– IODA outage signals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Updated and extended code to support:</a:t>
            </a:r>
          </a:p>
          <a:p>
            <a:pPr marL="0" indent="0">
              <a:buNone/>
            </a:pPr>
            <a:r>
              <a:rPr lang="en-US" dirty="0"/>
              <a:t>  – CNN, RNN-LSTM, RNN-Bi-LSTM for IODA data</a:t>
            </a:r>
          </a:p>
          <a:p>
            <a:pPr marL="0" indent="0">
              <a:buNone/>
            </a:pPr>
            <a:r>
              <a:rPr lang="en-US" dirty="0"/>
              <a:t>  – Per-model optimal F1 threshold</a:t>
            </a:r>
          </a:p>
          <a:p>
            <a:pPr marL="0" indent="0">
              <a:buNone/>
            </a:pPr>
            <a:r>
              <a:rPr lang="en-US" dirty="0"/>
              <a:t>  – Full confusion matrix and metric outputs.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CF7BF16-FF7E-A017-69C8-3A25F71CD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6" y="365125"/>
            <a:ext cx="10918373" cy="754548"/>
          </a:xfrm>
        </p:spPr>
        <p:txBody>
          <a:bodyPr/>
          <a:lstStyle/>
          <a:p>
            <a:r>
              <a:rPr lang="en-US" dirty="0"/>
              <a:t>Key Contributions</a:t>
            </a:r>
            <a:endParaRPr lang="en-CA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33AFEF-F09F-550F-FE2C-F31350604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CA"/>
              <a:t>Page </a:t>
            </a:r>
            <a:fld id="{4E9A83AF-1D3C-40A9-A07A-69E1C54544A6}" type="slidenum">
              <a:rPr lang="en-CA" smtClean="0"/>
              <a:pPr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82513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54CC9-D02B-FAB6-C909-4F2D8AEEC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6D3865-6063-60D7-56EC-886D4F19F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826" y="1119673"/>
            <a:ext cx="10918373" cy="5029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2 countries: Iran and Cuba, both covering Dec 2025 – Mar 2026 (2,161 hourly rows each)</a:t>
            </a:r>
          </a:p>
          <a:p>
            <a:endParaRPr lang="en-US" dirty="0"/>
          </a:p>
          <a:p>
            <a:r>
              <a:rPr lang="en-US" dirty="0"/>
              <a:t>5 IODA signals per country, </a:t>
            </a:r>
            <a:r>
              <a:rPr lang="en-US" dirty="0" err="1"/>
              <a:t>normalised</a:t>
            </a:r>
            <a:r>
              <a:rPr lang="en-US" dirty="0"/>
              <a:t> to 0–100%: Google Search, BGP Routing, Mozilla City Count, Telescope Unique IPs, Active Probing</a:t>
            </a:r>
          </a:p>
          <a:p>
            <a:endParaRPr lang="en-US" dirty="0"/>
          </a:p>
          <a:p>
            <a:r>
              <a:rPr lang="en-US" dirty="0"/>
              <a:t>Iran: two total internet shutdowns — Jan 8–26 and Feb 28–Mar 19, 2026. Active Probing collapsed from 97% to 3%</a:t>
            </a:r>
          </a:p>
          <a:p>
            <a:endParaRPr lang="en-US" dirty="0"/>
          </a:p>
          <a:p>
            <a:r>
              <a:rPr lang="en-US" dirty="0"/>
              <a:t>Cuba: five partial disruptions between Feb–Mar 2026. Active Probing dropped to 81–88%, baseline already degraded to 94–98%</a:t>
            </a:r>
          </a:p>
          <a:p>
            <a:endParaRPr lang="en-US" dirty="0"/>
          </a:p>
          <a:p>
            <a:r>
              <a:rPr lang="en-US" dirty="0"/>
              <a:t>Total labelled anomalies: Iran 900 rows (41.6%), Cuba 103 rows (4.8%)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CF7BF16-FF7E-A017-69C8-3A25F71CD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6" y="365125"/>
            <a:ext cx="10918373" cy="754548"/>
          </a:xfrm>
        </p:spPr>
        <p:txBody>
          <a:bodyPr/>
          <a:lstStyle/>
          <a:p>
            <a:r>
              <a:rPr lang="en-US" dirty="0"/>
              <a:t>Datasets Overview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A0D34E-5F61-5B99-60C3-487CF1214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CA"/>
              <a:t>Page </a:t>
            </a:r>
            <a:fld id="{4E9A83AF-1D3C-40A9-A07A-69E1C54544A6}" type="slidenum">
              <a:rPr lang="en-CA" smtClean="0"/>
              <a:pPr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0753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FF1DA-EBB4-631F-9265-7F10A494A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F5D7D57-2D6A-8CBC-C819-5B107DE9F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6" y="365125"/>
            <a:ext cx="10918373" cy="754548"/>
          </a:xfrm>
        </p:spPr>
        <p:txBody>
          <a:bodyPr/>
          <a:lstStyle/>
          <a:p>
            <a:r>
              <a:rPr lang="en-US" dirty="0"/>
              <a:t>Models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A7E251-1C2D-87C7-825C-90CE1F038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CA"/>
              <a:t>Page </a:t>
            </a:r>
            <a:fld id="{4E9A83AF-1D3C-40A9-A07A-69E1C54544A6}" type="slidenum">
              <a:rPr lang="en-CA" smtClean="0"/>
              <a:pPr/>
              <a:t>6</a:t>
            </a:fld>
            <a:endParaRPr lang="en-CA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2E45027-CFF9-F0B8-61F0-388DC0F402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3775" y="1017097"/>
            <a:ext cx="10820399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CNN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Convolutional Neural Network, 12 epochs; extracts local temporal patterns but needs more data for subtle drops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RNN-GRU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Gated Recurrent Unit, 12 epochs; gating reduces vanishing gradient, strong balanced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RNN-LSTM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Long Short-Term Memory, 12 epochs; cell state captures long-range dependencies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RNN-Bi-GRU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Bidirectional Gated Recurrent Unit, 15 epochs; reads sequence forward and backward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RNN-Bi-LSTM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Bidirectional Long Short-Term Memory, 15 epochs; best deep learning model on Cuba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Broad Learning System; closed-form linear solution, no gradient descent, trains in under 0.07s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VFBLS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Variant-Feature Broad Learning System with tanh activation; trains in under 0.003s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GBDT-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LightGBM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Gradient Boosted Decision Trees — Light Gradient Boosting Machine, 300 rounds; operates on flattened windows </a:t>
            </a:r>
          </a:p>
        </p:txBody>
      </p:sp>
    </p:spTree>
    <p:extLst>
      <p:ext uri="{BB962C8B-B14F-4D97-AF65-F5344CB8AC3E}">
        <p14:creationId xmlns:p14="http://schemas.microsoft.com/office/powerpoint/2010/main" val="358285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F6E33-F6E1-07CA-A2BD-8C963DD6B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3A49D5-1AD2-F43A-4897-A45756336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826" y="1119673"/>
            <a:ext cx="10918373" cy="5029200"/>
          </a:xfrm>
        </p:spPr>
        <p:txBody>
          <a:bodyPr>
            <a:normAutofit/>
          </a:bodyPr>
          <a:lstStyle/>
          <a:p>
            <a:r>
              <a:rPr lang="en-US" dirty="0"/>
              <a:t>Step 1 — Load and sort data by timestamp</a:t>
            </a:r>
          </a:p>
          <a:p>
            <a:r>
              <a:rPr lang="en-US" dirty="0"/>
              <a:t>Step 2 — Label disruption windows: hours inside verified outages → LABEL=1, all others → LABEL=0</a:t>
            </a:r>
          </a:p>
          <a:p>
            <a:r>
              <a:rPr lang="en-US" dirty="0"/>
              <a:t>Step 3 — Impute missing values (median per column), then Z-score </a:t>
            </a:r>
            <a:r>
              <a:rPr lang="en-US" dirty="0" err="1"/>
              <a:t>normalise</a:t>
            </a:r>
            <a:r>
              <a:rPr lang="en-US" dirty="0"/>
              <a:t> all features</a:t>
            </a:r>
          </a:p>
          <a:p>
            <a:r>
              <a:rPr lang="en-US" dirty="0"/>
              <a:t>Step 4 — Feature selection using </a:t>
            </a:r>
            <a:r>
              <a:rPr lang="en-US" dirty="0" err="1"/>
              <a:t>ExtraTreesClassifier</a:t>
            </a:r>
            <a:r>
              <a:rPr lang="en-US" dirty="0"/>
              <a:t> — keeps only the most informative signals</a:t>
            </a:r>
          </a:p>
          <a:p>
            <a:r>
              <a:rPr lang="en-US" dirty="0"/>
              <a:t>Step 5 — Sliding window of W=10 hours per sample; each window's label = its final hour's label</a:t>
            </a:r>
          </a:p>
          <a:p>
            <a:r>
              <a:rPr lang="en-US" dirty="0"/>
              <a:t>Step 6 — Chronological 70/30 split: first 70% for training, last 30% for testing, no shuffling — prevents data leakage and reflects real deployment conditions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3A05BF0-A002-F7E6-0285-3E581FF2A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6" y="365125"/>
            <a:ext cx="10918373" cy="754548"/>
          </a:xfrm>
        </p:spPr>
        <p:txBody>
          <a:bodyPr/>
          <a:lstStyle/>
          <a:p>
            <a:r>
              <a:rPr lang="en-US" dirty="0"/>
              <a:t>Process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9D5791-0998-4F55-2D42-ADF572AE7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CA"/>
              <a:t>Page </a:t>
            </a:r>
            <a:fld id="{4E9A83AF-1D3C-40A9-A07A-69E1C54544A6}" type="slidenum">
              <a:rPr lang="en-CA" smtClean="0"/>
              <a:pPr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79905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54CC9-D02B-FAB6-C909-4F2D8AEEC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CF7BF16-FF7E-A017-69C8-3A25F71CD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6" y="365125"/>
            <a:ext cx="10918373" cy="754548"/>
          </a:xfrm>
        </p:spPr>
        <p:txBody>
          <a:bodyPr/>
          <a:lstStyle/>
          <a:p>
            <a:r>
              <a:rPr lang="en-US" dirty="0"/>
              <a:t>Performance metrics</a:t>
            </a:r>
            <a:endParaRPr lang="en-CA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9C6376-2299-6CDA-7835-EB840C48E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CA"/>
              <a:t>Page </a:t>
            </a:r>
            <a:fld id="{4E9A83AF-1D3C-40A9-A07A-69E1C54544A6}" type="slidenum">
              <a:rPr lang="en-CA" smtClean="0"/>
              <a:pPr/>
              <a:t>8</a:t>
            </a:fld>
            <a:endParaRPr lang="en-CA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34C33F2A-AFD6-A4FD-C2F4-0C0C2FC659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 rot="10800000" flipV="1">
            <a:off x="685800" y="1291188"/>
            <a:ext cx="10083799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Receiver Operating Characteristic — Area Under Curve (ROC-AUC)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Area under the curve of True Positive Rate vs False Positive Rate across all thresholds. 1.0 = perfect, 0.5 = random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Precision-Recall — Area Under Curve (PR-AUC)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Area under the curve of Precision vs Recall across all thresholds. More honest than ROC-AUC when anomalies are rare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% of all hours correctly classified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F1-Score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Harmonic mean of Precision and Sensitivity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Precision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Of all hours flagged as disruptions, how many were actually disruptions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Sensitivity (Recall)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Of all actual disruption hours, how many did the model catch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Time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Seconds to fit the model </a:t>
            </a:r>
          </a:p>
        </p:txBody>
      </p:sp>
    </p:spTree>
    <p:extLst>
      <p:ext uri="{BB962C8B-B14F-4D97-AF65-F5344CB8AC3E}">
        <p14:creationId xmlns:p14="http://schemas.microsoft.com/office/powerpoint/2010/main" val="2758903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F8BBC-03F7-C621-E448-194344CE9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5E57AC6-E517-FE6A-DDFB-01535FC7E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6" y="365125"/>
            <a:ext cx="10918373" cy="754548"/>
          </a:xfrm>
        </p:spPr>
        <p:txBody>
          <a:bodyPr/>
          <a:lstStyle/>
          <a:p>
            <a:r>
              <a:rPr lang="en-US" sz="3200" dirty="0"/>
              <a:t>Internet Connectivity for Iran (Dec 2025-Mar 2026)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32F856-33D1-B9A6-30B1-5BF8641CB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CA"/>
              <a:t>Page </a:t>
            </a:r>
            <a:fld id="{4E9A83AF-1D3C-40A9-A07A-69E1C54544A6}" type="slidenum">
              <a:rPr lang="en-CA" smtClean="0"/>
              <a:pPr/>
              <a:t>9</a:t>
            </a:fld>
            <a:endParaRPr lang="en-CA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816BEBB-0C60-139D-C58F-D5CDD991FB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788" y="1119188"/>
            <a:ext cx="8381999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669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BFC3618-07AD-4F25-4D8F-1B6F8B369A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2959" y="1119188"/>
            <a:ext cx="5747657" cy="50292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FA5444-3470-2764-5BF6-AB22AB707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CA"/>
              <a:t>Page </a:t>
            </a:r>
            <a:fld id="{4E9A83AF-1D3C-40A9-A07A-69E1C54544A6}" type="slidenum">
              <a:rPr lang="en-CA" smtClean="0"/>
              <a:pPr/>
              <a:t>10</a:t>
            </a:fld>
            <a:endParaRPr lang="en-CA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2C6FDA-ED82-4D61-4AF4-75ADAA0EC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Connectivity - Iran</a:t>
            </a:r>
          </a:p>
        </p:txBody>
      </p:sp>
    </p:spTree>
    <p:extLst>
      <p:ext uri="{BB962C8B-B14F-4D97-AF65-F5344CB8AC3E}">
        <p14:creationId xmlns:p14="http://schemas.microsoft.com/office/powerpoint/2010/main" val="3305694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9002C0-5787-1CA8-FF99-161E9A4D4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CA"/>
              <a:t>Page </a:t>
            </a:r>
            <a:fld id="{4E9A83AF-1D3C-40A9-A07A-69E1C54544A6}" type="slidenum">
              <a:rPr lang="en-CA" smtClean="0"/>
              <a:pPr/>
              <a:t>11</a:t>
            </a:fld>
            <a:endParaRPr lang="en-CA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ACD3A42-4C5C-664E-C339-57679E7B4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Iran-performance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F28FAA9-B692-0711-015E-31A482158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312" y="803486"/>
            <a:ext cx="11125200" cy="591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587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13CFB3-BF8C-860B-7121-AACA416A2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CA"/>
              <a:t>Page </a:t>
            </a:r>
            <a:fld id="{4E9A83AF-1D3C-40A9-A07A-69E1C54544A6}" type="slidenum">
              <a:rPr lang="en-CA" smtClean="0"/>
              <a:pPr/>
              <a:t>12</a:t>
            </a:fld>
            <a:endParaRPr lang="en-CA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85265F8-F7AA-AFB5-8415-49183D956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Iran-training time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27F532D-DCC9-6A7A-6358-02BA0A77B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12" y="892003"/>
            <a:ext cx="10700399" cy="569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671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930CF-7608-0F2F-63F4-02197D494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F130613-4C9A-C3D6-E307-482FE1967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6" y="365125"/>
            <a:ext cx="10918373" cy="754548"/>
          </a:xfrm>
        </p:spPr>
        <p:txBody>
          <a:bodyPr/>
          <a:lstStyle/>
          <a:p>
            <a:r>
              <a:rPr lang="en-US" sz="3200" dirty="0"/>
              <a:t>Internet Connectivity for Iran (Dec 2025-Mar 2026)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0728A4-31ED-CEC3-DEE1-BAC71774A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CA"/>
              <a:t>Page </a:t>
            </a:r>
            <a:fld id="{4E9A83AF-1D3C-40A9-A07A-69E1C54544A6}" type="slidenum">
              <a:rPr lang="en-CA" smtClean="0"/>
              <a:pPr/>
              <a:t>13</a:t>
            </a:fld>
            <a:endParaRPr lang="en-CA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2358DDDF-95F6-DE0E-812C-94765AA6FE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6AF13DEF-DB8B-757E-0547-4BD02936BE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3B96369-82CB-BB14-449D-F9C6907EA0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0"/>
            <a:ext cx="11430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289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45CAAC-A376-EF00-3EA9-3EFE6469C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CA"/>
              <a:t>Page </a:t>
            </a:r>
            <a:fld id="{4E9A83AF-1D3C-40A9-A07A-69E1C54544A6}" type="slidenum">
              <a:rPr lang="en-CA" smtClean="0"/>
              <a:pPr/>
              <a:t>14</a:t>
            </a:fld>
            <a:endParaRPr lang="en-CA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E2A95E7-DA55-2FA2-5757-B917F6780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Cuba-Performance	</a:t>
            </a: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B9E0FFA7-7518-7011-F562-DA0136A5AB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9602" y="1119188"/>
            <a:ext cx="945437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8336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4AF730-0A58-0891-6FA7-038AC09C7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CA"/>
              <a:t>Page </a:t>
            </a:r>
            <a:fld id="{4E9A83AF-1D3C-40A9-A07A-69E1C54544A6}" type="slidenum">
              <a:rPr lang="en-CA" smtClean="0"/>
              <a:pPr/>
              <a:t>15</a:t>
            </a:fld>
            <a:endParaRPr lang="en-CA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BBA6B3B-B54A-7992-3D2D-D0EA59A89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Cuba-training time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5078E0-0351-0EEA-2923-231AE2F1C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4" y="1201732"/>
            <a:ext cx="10189026" cy="5419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528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D34A6F-FF86-F041-0FE6-E94E74CF2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framework generalizes across countries, disruption severities, and time periods</a:t>
            </a:r>
          </a:p>
          <a:p>
            <a:r>
              <a:rPr lang="en-US" dirty="0"/>
              <a:t>Signal severity determines task difficulty: total shutdowns (Iran) are detectable by any model; subtle degradations (Cuba 2026) reveal true model differences</a:t>
            </a:r>
          </a:p>
          <a:p>
            <a:r>
              <a:rPr lang="en-US" dirty="0"/>
              <a:t>BLS and VFBLS consistently deliver near-top accuracy at training times under 0.1 seconds — strong candidates for real-time deployment</a:t>
            </a:r>
          </a:p>
          <a:p>
            <a:r>
              <a:rPr lang="en-US" dirty="0"/>
              <a:t>RNN-GRU and RNN-Bi-LSTM are the best and balanced deep learning models across all datasets</a:t>
            </a:r>
          </a:p>
          <a:p>
            <a:r>
              <a:rPr lang="en-US" dirty="0"/>
              <a:t>CNN underperforms on shorter, subtler disruptions — not recommended when training data is limited</a:t>
            </a:r>
          </a:p>
          <a:p>
            <a:r>
              <a:rPr lang="en-US" dirty="0"/>
              <a:t>The sliding window approach (window size = 10 hours) successfully captures temporal disruption patterns across all datasets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BFE58D-0167-0E47-073A-E9456FA44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CA"/>
              <a:t>Page </a:t>
            </a:r>
            <a:fld id="{4E9A83AF-1D3C-40A9-A07A-69E1C54544A6}" type="slidenum">
              <a:rPr lang="en-CA" smtClean="0"/>
              <a:pPr/>
              <a:t>16</a:t>
            </a:fld>
            <a:endParaRPr lang="en-CA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3C1774-0B85-BF73-6708-F92A6EE5A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0957261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5CFBD-E7FF-7901-837E-FF61D7B68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51E0D5-C367-06F3-86B4-039804E5B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0" y="2375990"/>
            <a:ext cx="6171475" cy="2106020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6AA8A7-3DB7-5904-6A39-AB6A5E319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A83AF-1D3C-40A9-A07A-69E1C54544A6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093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FU 2025">
      <a:dk1>
        <a:sysClr val="windowText" lastClr="000000"/>
      </a:dk1>
      <a:lt1>
        <a:sysClr val="window" lastClr="FFFFFF"/>
      </a:lt1>
      <a:dk2>
        <a:srgbClr val="000000"/>
      </a:dk2>
      <a:lt2>
        <a:srgbClr val="E7E6E6"/>
      </a:lt2>
      <a:accent1>
        <a:srgbClr val="CC0633"/>
      </a:accent1>
      <a:accent2>
        <a:srgbClr val="A6192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A6192E"/>
      </a:hlink>
      <a:folHlink>
        <a:srgbClr val="CC0633"/>
      </a:folHlink>
    </a:clrScheme>
    <a:fontScheme name="SFU 2025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2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SFU 2025">
      <a:dk1>
        <a:sysClr val="windowText" lastClr="000000"/>
      </a:dk1>
      <a:lt1>
        <a:sysClr val="window" lastClr="FFFFFF"/>
      </a:lt1>
      <a:dk2>
        <a:srgbClr val="000000"/>
      </a:dk2>
      <a:lt2>
        <a:srgbClr val="E7E6E6"/>
      </a:lt2>
      <a:accent1>
        <a:srgbClr val="CC0633"/>
      </a:accent1>
      <a:accent2>
        <a:srgbClr val="A6192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54585A"/>
      </a:folHlink>
    </a:clrScheme>
    <a:fontScheme name="SFU 2025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SFU 2025">
      <a:dk1>
        <a:sysClr val="windowText" lastClr="000000"/>
      </a:dk1>
      <a:lt1>
        <a:sysClr val="window" lastClr="FFFFFF"/>
      </a:lt1>
      <a:dk2>
        <a:srgbClr val="000000"/>
      </a:dk2>
      <a:lt2>
        <a:srgbClr val="E7E6E6"/>
      </a:lt2>
      <a:accent1>
        <a:srgbClr val="CC0633"/>
      </a:accent1>
      <a:accent2>
        <a:srgbClr val="A6192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54585A"/>
      </a:folHlink>
    </a:clrScheme>
    <a:fontScheme name="SFU 2025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85ADD539485D4BA46B40DEAEC1474C" ma:contentTypeVersion="19" ma:contentTypeDescription="Create a new document." ma:contentTypeScope="" ma:versionID="760b256d665d7c6e0ce4261695838af1">
  <xsd:schema xmlns:xsd="http://www.w3.org/2001/XMLSchema" xmlns:xs="http://www.w3.org/2001/XMLSchema" xmlns:p="http://schemas.microsoft.com/office/2006/metadata/properties" xmlns:ns2="2fe2b4a4-e0a3-4ca1-8588-fb9a28a42228" xmlns:ns3="eb923f14-5578-4326-847f-a20d5cd04199" targetNamespace="http://schemas.microsoft.com/office/2006/metadata/properties" ma:root="true" ma:fieldsID="84b6c0b673e3535c1b9636613e035d50" ns2:_="" ns3:_="">
    <xsd:import namespace="2fe2b4a4-e0a3-4ca1-8588-fb9a28a42228"/>
    <xsd:import namespace="eb923f14-5578-4326-847f-a20d5cd041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Not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e2b4a4-e0a3-4ca1-8588-fb9a28a422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Note" ma:index="21" nillable="true" ma:displayName="Note" ma:format="Dropdown" ma:internalName="Note">
      <xsd:simpleType>
        <xsd:restriction base="dms:Text">
          <xsd:maxLength value="255"/>
        </xsd:restriction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9aa0ad0-c4c5-4ed8-abb5-19e3095d9e3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923f14-5578-4326-847f-a20d5cd0419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675b6b9e-35b9-46c9-b66c-c3322ce88aff}" ma:internalName="TaxCatchAll" ma:showField="CatchAllData" ma:web="eb923f14-5578-4326-847f-a20d5cd041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fe2b4a4-e0a3-4ca1-8588-fb9a28a42228">
      <Terms xmlns="http://schemas.microsoft.com/office/infopath/2007/PartnerControls"/>
    </lcf76f155ced4ddcb4097134ff3c332f>
    <TaxCatchAll xmlns="eb923f14-5578-4326-847f-a20d5cd04199" xsi:nil="true"/>
    <Note xmlns="2fe2b4a4-e0a3-4ca1-8588-fb9a28a4222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BBD9B30-2FA2-469A-AF0E-B4C1576E24DA}">
  <ds:schemaRefs>
    <ds:schemaRef ds:uri="2fe2b4a4-e0a3-4ca1-8588-fb9a28a42228"/>
    <ds:schemaRef ds:uri="eb923f14-5578-4326-847f-a20d5cd0419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75701EF-5A24-4B85-9929-C5ABBB8D7BC4}">
  <ds:schemaRefs>
    <ds:schemaRef ds:uri="2fe2b4a4-e0a3-4ca1-8588-fb9a28a42228"/>
    <ds:schemaRef ds:uri="eb923f14-5578-4326-847f-a20d5cd0419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D58C49C-EF3A-43EB-9314-312F4AC6414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1248</TotalTime>
  <Words>1040</Words>
  <Application>Microsoft Office PowerPoint</Application>
  <PresentationFormat>Widescreen</PresentationFormat>
  <Paragraphs>136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Courier New</vt:lpstr>
      <vt:lpstr>Open Sans</vt:lpstr>
      <vt:lpstr>Symbol</vt:lpstr>
      <vt:lpstr>Wingdings</vt:lpstr>
      <vt:lpstr>Office Theme</vt:lpstr>
      <vt:lpstr>ENSC 833 Project Presentation </vt:lpstr>
      <vt:lpstr>Motivation</vt:lpstr>
      <vt:lpstr>Objective</vt:lpstr>
      <vt:lpstr>Key Contributions</vt:lpstr>
      <vt:lpstr>Datasets Overview</vt:lpstr>
      <vt:lpstr>Models</vt:lpstr>
      <vt:lpstr>Process</vt:lpstr>
      <vt:lpstr>Performance metrics</vt:lpstr>
      <vt:lpstr>Internet Connectivity for Iran (Dec 2025-Mar 2026)</vt:lpstr>
      <vt:lpstr>Internet Connectivity - Iran</vt:lpstr>
      <vt:lpstr>Iran-performance</vt:lpstr>
      <vt:lpstr>Iran-training time</vt:lpstr>
      <vt:lpstr>Internet Connectivity for Iran (Dec 2025-Mar 2026)</vt:lpstr>
      <vt:lpstr>Cuba-Performance </vt:lpstr>
      <vt:lpstr>Cuba-training time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Sylvia Kudaverdian</dc:creator>
  <cp:lastModifiedBy>Mohid Hasan</cp:lastModifiedBy>
  <cp:revision>4</cp:revision>
  <dcterms:created xsi:type="dcterms:W3CDTF">2025-03-28T20:34:27Z</dcterms:created>
  <dcterms:modified xsi:type="dcterms:W3CDTF">2026-04-09T01:21:39Z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0x010100C885ADD539485D4BA46B40DEAEC1474C</vt:lpwstr>
  </property>
  <property fmtid="{D5CDD505-2E9C-101B-9397-08002B2CF9AE}" pid="3" name="MediaServiceImageTags">
    <vt:lpwstr/>
  </property>
</Properties>
</file>